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6858000" cx="12192000"/>
  <p:notesSz cx="6858000" cy="9144000"/>
  <p:embeddedFontLst>
    <p:embeddedFont>
      <p:font typeface="Play"/>
      <p:regular r:id="rId22"/>
      <p:bold r:id="rId23"/>
    </p:embeddedFont>
    <p:embeddedFont>
      <p:font typeface="Gill Sans"/>
      <p:regular r:id="rId24"/>
      <p:bold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3840">
          <p15:clr>
            <a:srgbClr val="F26B43"/>
          </p15:clr>
        </p15:guide>
        <p15:guide id="2" orient="horz" pos="2160">
          <p15:clr>
            <a:srgbClr val="A4A3A4"/>
          </p15:clr>
        </p15:guide>
      </p15:sldGuideLst>
    </p:ext>
    <p:ext uri="GoogleSlidesCustomDataVersion2">
      <go:slidesCustomData xmlns:go="http://customooxmlschemas.google.com/" r:id="rId26" roundtripDataSignature="AMtx7mgdJWErBHMmj1K/VDhe6d65eeIg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840"/>
        <p:guide pos="216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Play-regular.fntdata"/><Relationship Id="rId21" Type="http://schemas.openxmlformats.org/officeDocument/2006/relationships/slide" Target="slides/slide16.xml"/><Relationship Id="rId24" Type="http://schemas.openxmlformats.org/officeDocument/2006/relationships/font" Target="fonts/GillSans-regular.fntdata"/><Relationship Id="rId23" Type="http://schemas.openxmlformats.org/officeDocument/2006/relationships/font" Target="fonts/Play-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customschemas.google.com/relationships/presentationmetadata" Target="metadata"/><Relationship Id="rId25" Type="http://schemas.openxmlformats.org/officeDocument/2006/relationships/font" Target="fonts/GillSans-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 name="Google Shape;262;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did make it less </a:t>
            </a:r>
            <a:r>
              <a:rPr lang="en-US"/>
              <a:t>repetitive</a:t>
            </a:r>
            <a:r>
              <a:rPr lang="en-US"/>
              <a:t> and more orginized</a:t>
            </a:r>
            <a:endParaRPr/>
          </a:p>
        </p:txBody>
      </p:sp>
      <p:sp>
        <p:nvSpPr>
          <p:cNvPr id="270" name="Google Shape;270;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I wrote it in more clear way.</a:t>
            </a:r>
            <a:endParaRPr/>
          </a:p>
        </p:txBody>
      </p:sp>
      <p:sp>
        <p:nvSpPr>
          <p:cNvPr id="277" name="Google Shape;27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7" name="Google Shape;29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8b48ac3d0b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38b48ac3d0b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 name="Google Shape;307;g38b48ac3d0b_0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8b48ac3d0b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14" name="Google Shape;314;g38b48ac3d0b_0_1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5" name="Google Shape;315;g38b48ac3d0b_0_1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8b48ac3d0b_0_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38b48ac3d0b_0_2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 name="Google Shape;323;g38b48ac3d0b_0_2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8b48ac3d0b_0_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8b48ac3d0b_0_3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g38b48ac3d0b_0_3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38b48ac3d0b_0_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38b48ac3d0b_0_4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9" name="Google Shape;339;g38b48ac3d0b_0_4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8b48ac3d0b_0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8b48ac3d0b_0_5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7" name="Google Shape;347;g38b48ac3d0b_0_5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4" name="Google Shape;35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8b48ac3d0b_0_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74" name="Google Shape;374;g38b48ac3d0b_0_6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5" name="Google Shape;375;g38b48ac3d0b_0_6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2" name="Google Shape;38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8" name="Google Shape;388;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2" name="Google Shape;40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Only">
  <p:cSld name="1_Title Only">
    <p:spTree>
      <p:nvGrpSpPr>
        <p:cNvPr id="15" name="Shape 15"/>
        <p:cNvGrpSpPr/>
        <p:nvPr/>
      </p:nvGrpSpPr>
      <p:grpSpPr>
        <a:xfrm>
          <a:off x="0" y="0"/>
          <a:ext cx="0" cy="0"/>
          <a:chOff x="0" y="0"/>
          <a:chExt cx="0" cy="0"/>
        </a:xfrm>
      </p:grpSpPr>
      <p:sp>
        <p:nvSpPr>
          <p:cNvPr id="16" name="Google Shape;16;p11"/>
          <p:cNvSpPr txBox="1"/>
          <p:nvPr>
            <p:ph type="title"/>
          </p:nvPr>
        </p:nvSpPr>
        <p:spPr>
          <a:xfrm>
            <a:off x="7018020" y="662937"/>
            <a:ext cx="4624442" cy="554202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lt1"/>
              </a:buClr>
              <a:buSzPts val="4800"/>
              <a:buFont typeface="Play"/>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1"/>
          <p:cNvSpPr/>
          <p:nvPr>
            <p:ph idx="2" type="pic"/>
          </p:nvPr>
        </p:nvSpPr>
        <p:spPr>
          <a:xfrm>
            <a:off x="0" y="0"/>
            <a:ext cx="6267450" cy="6858000"/>
          </a:xfrm>
          <a:prstGeom prst="rect">
            <a:avLst/>
          </a:prstGeom>
          <a:noFill/>
          <a:ln>
            <a:no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Section Title">
    <p:spTree>
      <p:nvGrpSpPr>
        <p:cNvPr id="18" name="Shape 18"/>
        <p:cNvGrpSpPr/>
        <p:nvPr/>
      </p:nvGrpSpPr>
      <p:grpSpPr>
        <a:xfrm>
          <a:off x="0" y="0"/>
          <a:ext cx="0" cy="0"/>
          <a:chOff x="0" y="0"/>
          <a:chExt cx="0" cy="0"/>
        </a:xfrm>
      </p:grpSpPr>
      <p:sp>
        <p:nvSpPr>
          <p:cNvPr id="19" name="Google Shape;19;p12"/>
          <p:cNvSpPr txBox="1"/>
          <p:nvPr>
            <p:ph type="ctrTitle"/>
          </p:nvPr>
        </p:nvSpPr>
        <p:spPr>
          <a:xfrm>
            <a:off x="550863" y="4045464"/>
            <a:ext cx="11115355" cy="228600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lt1"/>
              </a:buClr>
              <a:buSzPts val="5400"/>
              <a:buFont typeface="Play"/>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 name="Google Shape;20;p12"/>
          <p:cNvSpPr/>
          <p:nvPr>
            <p:ph idx="2" type="pic"/>
          </p:nvPr>
        </p:nvSpPr>
        <p:spPr>
          <a:xfrm>
            <a:off x="0" y="4594"/>
            <a:ext cx="12192000" cy="3771878"/>
          </a:xfrm>
          <a:prstGeom prst="rect">
            <a:avLst/>
          </a:prstGeom>
          <a:noFill/>
          <a:ln>
            <a:noFill/>
          </a:ln>
        </p:spPr>
      </p:sp>
      <p:sp>
        <p:nvSpPr>
          <p:cNvPr id="21" name="Google Shape;21;p12"/>
          <p:cNvSpPr/>
          <p:nvPr/>
        </p:nvSpPr>
        <p:spPr>
          <a:xfrm>
            <a:off x="1225773" y="3852225"/>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2" name="Google Shape;22;p12"/>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12"/>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12"/>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 picture ">
  <p:cSld name="Content + picture ">
    <p:spTree>
      <p:nvGrpSpPr>
        <p:cNvPr id="25" name="Shape 25"/>
        <p:cNvGrpSpPr/>
        <p:nvPr/>
      </p:nvGrpSpPr>
      <p:grpSpPr>
        <a:xfrm>
          <a:off x="0" y="0"/>
          <a:ext cx="0" cy="0"/>
          <a:chOff x="0" y="0"/>
          <a:chExt cx="0" cy="0"/>
        </a:xfrm>
      </p:grpSpPr>
      <p:sp>
        <p:nvSpPr>
          <p:cNvPr id="26" name="Google Shape;26;p13"/>
          <p:cNvSpPr txBox="1"/>
          <p:nvPr>
            <p:ph type="title"/>
          </p:nvPr>
        </p:nvSpPr>
        <p:spPr>
          <a:xfrm>
            <a:off x="600974" y="196900"/>
            <a:ext cx="4899628" cy="2331490"/>
          </a:xfrm>
          <a:prstGeom prst="rect">
            <a:avLst/>
          </a:prstGeom>
          <a:noFill/>
          <a:ln>
            <a:noFill/>
          </a:ln>
        </p:spPr>
        <p:txBody>
          <a:bodyPr anchorCtr="0" anchor="b" bIns="0" lIns="0" spcFirstLastPara="1" rIns="0" wrap="square" tIns="0">
            <a:noAutofit/>
          </a:bodyPr>
          <a:lstStyle>
            <a:lvl1pPr lvl="0" algn="r">
              <a:lnSpc>
                <a:spcPct val="90000"/>
              </a:lnSpc>
              <a:spcBef>
                <a:spcPts val="0"/>
              </a:spcBef>
              <a:spcAft>
                <a:spcPts val="0"/>
              </a:spcAft>
              <a:buClr>
                <a:schemeClr val="lt1"/>
              </a:buClr>
              <a:buSzPts val="4000"/>
              <a:buFont typeface="Pla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13"/>
          <p:cNvSpPr txBox="1"/>
          <p:nvPr>
            <p:ph idx="1" type="body"/>
          </p:nvPr>
        </p:nvSpPr>
        <p:spPr>
          <a:xfrm>
            <a:off x="583162" y="2827209"/>
            <a:ext cx="4917440" cy="3442144"/>
          </a:xfrm>
          <a:prstGeom prst="rect">
            <a:avLst/>
          </a:prstGeom>
          <a:noFill/>
          <a:ln>
            <a:noFill/>
          </a:ln>
        </p:spPr>
        <p:txBody>
          <a:bodyPr anchorCtr="0" anchor="t" bIns="0" lIns="0" spcFirstLastPara="1" rIns="0" wrap="square" tIns="0">
            <a:normAutofit/>
          </a:bodyPr>
          <a:lstStyle>
            <a:lvl1pPr indent="-228600" lvl="0" marL="457200" algn="r">
              <a:lnSpc>
                <a:spcPct val="110000"/>
              </a:lnSpc>
              <a:spcBef>
                <a:spcPts val="1000"/>
              </a:spcBef>
              <a:spcAft>
                <a:spcPts val="0"/>
              </a:spcAft>
              <a:buClr>
                <a:schemeClr val="lt1"/>
              </a:buClr>
              <a:buSzPts val="1800"/>
              <a:buNone/>
              <a:defRPr sz="1800">
                <a:solidFill>
                  <a:schemeClr val="lt1"/>
                </a:solidFill>
              </a:defRPr>
            </a:lvl1pPr>
            <a:lvl2pPr indent="-304800" lvl="1" marL="914400" algn="r">
              <a:lnSpc>
                <a:spcPct val="110000"/>
              </a:lnSpc>
              <a:spcBef>
                <a:spcPts val="800"/>
              </a:spcBef>
              <a:spcAft>
                <a:spcPts val="0"/>
              </a:spcAft>
              <a:buClr>
                <a:schemeClr val="lt1"/>
              </a:buClr>
              <a:buSzPts val="1200"/>
              <a:buChar char="•"/>
              <a:defRPr sz="1200">
                <a:solidFill>
                  <a:schemeClr val="lt1"/>
                </a:solidFill>
              </a:defRPr>
            </a:lvl2pPr>
            <a:lvl3pPr indent="-304800" lvl="2" marL="1371600" algn="r">
              <a:lnSpc>
                <a:spcPct val="110000"/>
              </a:lnSpc>
              <a:spcBef>
                <a:spcPts val="800"/>
              </a:spcBef>
              <a:spcAft>
                <a:spcPts val="0"/>
              </a:spcAft>
              <a:buClr>
                <a:schemeClr val="lt1"/>
              </a:buClr>
              <a:buSzPts val="1200"/>
              <a:buChar char="•"/>
              <a:defRPr sz="1200">
                <a:solidFill>
                  <a:schemeClr val="lt1"/>
                </a:solidFill>
              </a:defRPr>
            </a:lvl3pPr>
            <a:lvl4pPr indent="-304800" lvl="3" marL="1828800" algn="r">
              <a:lnSpc>
                <a:spcPct val="110000"/>
              </a:lnSpc>
              <a:spcBef>
                <a:spcPts val="800"/>
              </a:spcBef>
              <a:spcAft>
                <a:spcPts val="0"/>
              </a:spcAft>
              <a:buClr>
                <a:schemeClr val="lt1"/>
              </a:buClr>
              <a:buSzPts val="1200"/>
              <a:buChar char="•"/>
              <a:defRPr sz="1200">
                <a:solidFill>
                  <a:schemeClr val="lt1"/>
                </a:solidFill>
              </a:defRPr>
            </a:lvl4pPr>
            <a:lvl5pPr indent="-304800" lvl="4" marL="2286000" algn="r">
              <a:lnSpc>
                <a:spcPct val="110000"/>
              </a:lnSpc>
              <a:spcBef>
                <a:spcPts val="800"/>
              </a:spcBef>
              <a:spcAft>
                <a:spcPts val="0"/>
              </a:spcAft>
              <a:buClr>
                <a:schemeClr val="lt1"/>
              </a:buClr>
              <a:buSzPts val="1200"/>
              <a:buChar char="•"/>
              <a:defRPr sz="12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28" name="Google Shape;28;p13"/>
          <p:cNvSpPr/>
          <p:nvPr>
            <p:ph idx="2" type="pic"/>
          </p:nvPr>
        </p:nvSpPr>
        <p:spPr>
          <a:xfrm>
            <a:off x="6095588" y="0"/>
            <a:ext cx="6095998" cy="6858000"/>
          </a:xfrm>
          <a:prstGeom prst="rect">
            <a:avLst/>
          </a:prstGeom>
          <a:noFill/>
          <a:ln>
            <a:noFill/>
          </a:ln>
        </p:spPr>
      </p:sp>
      <p:grpSp>
        <p:nvGrpSpPr>
          <p:cNvPr id="29" name="Google Shape;29;p13"/>
          <p:cNvGrpSpPr/>
          <p:nvPr/>
        </p:nvGrpSpPr>
        <p:grpSpPr>
          <a:xfrm>
            <a:off x="4689246" y="551774"/>
            <a:ext cx="897877" cy="934082"/>
            <a:chOff x="5129684" y="1232940"/>
            <a:chExt cx="897877" cy="934082"/>
          </a:xfrm>
        </p:grpSpPr>
        <p:sp>
          <p:nvSpPr>
            <p:cNvPr id="30" name="Google Shape;30;p13"/>
            <p:cNvSpPr/>
            <p:nvPr/>
          </p:nvSpPr>
          <p:spPr>
            <a:xfrm rot="1800000">
              <a:off x="5356930" y="1363788"/>
              <a:ext cx="621086" cy="364601"/>
            </a:xfrm>
            <a:custGeom>
              <a:rect b="b" l="l" r="r" t="t"/>
              <a:pathLst>
                <a:path extrusionOk="0" h="317" w="540">
                  <a:moveTo>
                    <a:pt x="266" y="0"/>
                  </a:moveTo>
                  <a:lnTo>
                    <a:pt x="0" y="158"/>
                  </a:lnTo>
                  <a:lnTo>
                    <a:pt x="266" y="317"/>
                  </a:lnTo>
                  <a:lnTo>
                    <a:pt x="540" y="158"/>
                  </a:lnTo>
                  <a:lnTo>
                    <a:pt x="266" y="0"/>
                  </a:lnTo>
                  <a:close/>
                </a:path>
              </a:pathLst>
            </a:custGeom>
            <a:gradFill>
              <a:gsLst>
                <a:gs pos="0">
                  <a:srgbClr val="2B274A">
                    <a:alpha val="20000"/>
                  </a:srgbClr>
                </a:gs>
                <a:gs pos="20000">
                  <a:srgbClr val="2B274A">
                    <a:alpha val="20000"/>
                  </a:srgbClr>
                </a:gs>
                <a:gs pos="100000">
                  <a:srgbClr val="59EFC0">
                    <a:alpha val="20000"/>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1" name="Google Shape;31;p13"/>
            <p:cNvSpPr/>
            <p:nvPr/>
          </p:nvSpPr>
          <p:spPr>
            <a:xfrm rot="1800000">
              <a:off x="5243759" y="1430747"/>
              <a:ext cx="305942" cy="538275"/>
            </a:xfrm>
            <a:custGeom>
              <a:rect b="b" l="l" r="r" t="t"/>
              <a:pathLst>
                <a:path extrusionOk="0" h="468" w="266">
                  <a:moveTo>
                    <a:pt x="266" y="468"/>
                  </a:moveTo>
                  <a:lnTo>
                    <a:pt x="0" y="310"/>
                  </a:lnTo>
                  <a:lnTo>
                    <a:pt x="0" y="310"/>
                  </a:lnTo>
                  <a:lnTo>
                    <a:pt x="0" y="0"/>
                  </a:lnTo>
                  <a:lnTo>
                    <a:pt x="0" y="0"/>
                  </a:lnTo>
                  <a:lnTo>
                    <a:pt x="266" y="159"/>
                  </a:lnTo>
                  <a:lnTo>
                    <a:pt x="266" y="468"/>
                  </a:lnTo>
                  <a:close/>
                </a:path>
              </a:pathLst>
            </a:custGeom>
            <a:gradFill>
              <a:gsLst>
                <a:gs pos="0">
                  <a:srgbClr val="2B274A">
                    <a:alpha val="20000"/>
                  </a:srgbClr>
                </a:gs>
                <a:gs pos="20000">
                  <a:srgbClr val="2B274A">
                    <a:alpha val="20000"/>
                  </a:srgbClr>
                </a:gs>
                <a:gs pos="100000">
                  <a:srgbClr val="59EFC0">
                    <a:alpha val="20000"/>
                  </a:srgbClr>
                </a:gs>
              </a:gsLst>
              <a:lin ang="19799999"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2" name="Google Shape;32;p13"/>
            <p:cNvSpPr/>
            <p:nvPr/>
          </p:nvSpPr>
          <p:spPr>
            <a:xfrm rot="1800000">
              <a:off x="5508097" y="1586019"/>
              <a:ext cx="315144" cy="538275"/>
            </a:xfrm>
            <a:custGeom>
              <a:rect b="b" l="l" r="r" t="t"/>
              <a:pathLst>
                <a:path extrusionOk="0" h="468" w="274">
                  <a:moveTo>
                    <a:pt x="274" y="0"/>
                  </a:moveTo>
                  <a:lnTo>
                    <a:pt x="274" y="310"/>
                  </a:lnTo>
                  <a:lnTo>
                    <a:pt x="274" y="310"/>
                  </a:lnTo>
                  <a:lnTo>
                    <a:pt x="0" y="468"/>
                  </a:lnTo>
                  <a:lnTo>
                    <a:pt x="0" y="159"/>
                  </a:lnTo>
                  <a:lnTo>
                    <a:pt x="274" y="0"/>
                  </a:lnTo>
                  <a:lnTo>
                    <a:pt x="274" y="0"/>
                  </a:lnTo>
                  <a:close/>
                </a:path>
              </a:pathLst>
            </a:custGeom>
            <a:gradFill>
              <a:gsLst>
                <a:gs pos="0">
                  <a:srgbClr val="2B274A">
                    <a:alpha val="20000"/>
                  </a:srgbClr>
                </a:gs>
                <a:gs pos="20000">
                  <a:srgbClr val="2B274A">
                    <a:alpha val="20000"/>
                  </a:srgbClr>
                </a:gs>
                <a:gs pos="100000">
                  <a:srgbClr val="59EFC0">
                    <a:alpha val="20000"/>
                  </a:srgbClr>
                </a:gs>
              </a:gsLst>
              <a:lin ang="18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33" name="Google Shape;33;p13"/>
          <p:cNvSpPr/>
          <p:nvPr/>
        </p:nvSpPr>
        <p:spPr>
          <a:xfrm>
            <a:off x="1189378" y="5232629"/>
            <a:ext cx="1080000" cy="1080000"/>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1">
  <p:cSld name="Title and Content 1">
    <p:spTree>
      <p:nvGrpSpPr>
        <p:cNvPr id="34" name="Shape 34"/>
        <p:cNvGrpSpPr/>
        <p:nvPr/>
      </p:nvGrpSpPr>
      <p:grpSpPr>
        <a:xfrm>
          <a:off x="0" y="0"/>
          <a:ext cx="0" cy="0"/>
          <a:chOff x="0" y="0"/>
          <a:chExt cx="0" cy="0"/>
        </a:xfrm>
      </p:grpSpPr>
      <p:grpSp>
        <p:nvGrpSpPr>
          <p:cNvPr id="35" name="Google Shape;35;p14"/>
          <p:cNvGrpSpPr/>
          <p:nvPr/>
        </p:nvGrpSpPr>
        <p:grpSpPr>
          <a:xfrm rot="10800000">
            <a:off x="8925426" y="-229892"/>
            <a:ext cx="3990589" cy="4054324"/>
            <a:chOff x="4285509" y="2736835"/>
            <a:chExt cx="3990589" cy="4054324"/>
          </a:xfrm>
        </p:grpSpPr>
        <p:sp>
          <p:nvSpPr>
            <p:cNvPr id="36" name="Google Shape;36;p14"/>
            <p:cNvSpPr/>
            <p:nvPr/>
          </p:nvSpPr>
          <p:spPr>
            <a:xfrm flipH="1" rot="8100000">
              <a:off x="4602175" y="3958416"/>
              <a:ext cx="3536330" cy="1853969"/>
            </a:xfrm>
            <a:custGeom>
              <a:rect b="b" l="l" r="r" t="t"/>
              <a:pathLst>
                <a:path extrusionOk="0" h="1853969" w="3536330">
                  <a:moveTo>
                    <a:pt x="3536330" y="1853969"/>
                  </a:moveTo>
                  <a:cubicBezTo>
                    <a:pt x="3536330" y="830051"/>
                    <a:pt x="2706280" y="0"/>
                    <a:pt x="1682362" y="0"/>
                  </a:cubicBezTo>
                  <a:cubicBezTo>
                    <a:pt x="978418" y="0"/>
                    <a:pt x="366107" y="392328"/>
                    <a:pt x="52157" y="970257"/>
                  </a:cubicBezTo>
                  <a:lnTo>
                    <a:pt x="0" y="1078528"/>
                  </a:lnTo>
                  <a:lnTo>
                    <a:pt x="757215" y="1835743"/>
                  </a:lnTo>
                  <a:lnTo>
                    <a:pt x="774211" y="1667149"/>
                  </a:lnTo>
                  <a:cubicBezTo>
                    <a:pt x="860649" y="1244739"/>
                    <a:pt x="1234397" y="926985"/>
                    <a:pt x="1682362" y="926985"/>
                  </a:cubicBezTo>
                  <a:cubicBezTo>
                    <a:pt x="2194320" y="926985"/>
                    <a:pt x="2609345" y="1342010"/>
                    <a:pt x="2609345" y="1853969"/>
                  </a:cubicBezTo>
                  <a:close/>
                </a:path>
              </a:pathLst>
            </a:custGeom>
            <a:gradFill>
              <a:gsLst>
                <a:gs pos="0">
                  <a:srgbClr val="2B274A"/>
                </a:gs>
                <a:gs pos="31000">
                  <a:srgbClr val="2B274A"/>
                </a:gs>
                <a:gs pos="97000">
                  <a:schemeClr val="dk2"/>
                </a:gs>
                <a:gs pos="100000">
                  <a:schemeClr val="dk2"/>
                </a:gs>
              </a:gsLst>
              <a:lin ang="15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37" name="Google Shape;37;p14"/>
            <p:cNvGrpSpPr/>
            <p:nvPr/>
          </p:nvGrpSpPr>
          <p:grpSpPr>
            <a:xfrm>
              <a:off x="4285509" y="2736835"/>
              <a:ext cx="3990588" cy="3990588"/>
              <a:chOff x="-737095" y="2736835"/>
              <a:chExt cx="3990588" cy="3990588"/>
            </a:xfrm>
          </p:grpSpPr>
          <p:sp>
            <p:nvSpPr>
              <p:cNvPr id="38" name="Google Shape;38;p14"/>
              <p:cNvSpPr/>
              <p:nvPr/>
            </p:nvSpPr>
            <p:spPr>
              <a:xfrm flipH="1" rot="8100000">
                <a:off x="-481151" y="3649708"/>
                <a:ext cx="3478701" cy="2164843"/>
              </a:xfrm>
              <a:custGeom>
                <a:rect b="b" l="l" r="r" t="t"/>
                <a:pathLst>
                  <a:path extrusionOk="0" h="2164843" w="3478701">
                    <a:moveTo>
                      <a:pt x="3478701" y="2164843"/>
                    </a:moveTo>
                    <a:cubicBezTo>
                      <a:pt x="3478701" y="969234"/>
                      <a:pt x="2648651" y="0"/>
                      <a:pt x="1624733" y="0"/>
                    </a:cubicBezTo>
                    <a:cubicBezTo>
                      <a:pt x="984784" y="0"/>
                      <a:pt x="420564" y="378607"/>
                      <a:pt x="87393" y="954459"/>
                    </a:cubicBezTo>
                    <a:lnTo>
                      <a:pt x="0" y="1122434"/>
                    </a:lnTo>
                    <a:lnTo>
                      <a:pt x="736015" y="1858449"/>
                    </a:lnTo>
                    <a:lnTo>
                      <a:pt x="739424" y="1842964"/>
                    </a:lnTo>
                    <a:cubicBezTo>
                      <a:pt x="856791" y="1402344"/>
                      <a:pt x="1208766" y="1082422"/>
                      <a:pt x="1624733" y="1082422"/>
                    </a:cubicBezTo>
                    <a:cubicBezTo>
                      <a:pt x="2136692" y="1082422"/>
                      <a:pt x="2551716" y="1567038"/>
                      <a:pt x="2551716" y="2164843"/>
                    </a:cubicBezTo>
                    <a:close/>
                  </a:path>
                </a:pathLst>
              </a:custGeom>
              <a:solidFill>
                <a:srgbClr val="746EB3">
                  <a:alpha val="4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9" name="Google Shape;39;p14"/>
              <p:cNvSpPr/>
              <p:nvPr/>
            </p:nvSpPr>
            <p:spPr>
              <a:xfrm flipH="1" rot="2700000">
                <a:off x="1512277" y="2840042"/>
                <a:ext cx="214196" cy="933178"/>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grpSp>
      <p:grpSp>
        <p:nvGrpSpPr>
          <p:cNvPr id="40" name="Google Shape;40;p14"/>
          <p:cNvGrpSpPr/>
          <p:nvPr/>
        </p:nvGrpSpPr>
        <p:grpSpPr>
          <a:xfrm>
            <a:off x="8690355" y="4892075"/>
            <a:ext cx="1656714" cy="1656714"/>
            <a:chOff x="10112258" y="2147095"/>
            <a:chExt cx="1656714" cy="1656714"/>
          </a:xfrm>
        </p:grpSpPr>
        <p:sp>
          <p:nvSpPr>
            <p:cNvPr id="41" name="Google Shape;41;p14"/>
            <p:cNvSpPr/>
            <p:nvPr/>
          </p:nvSpPr>
          <p:spPr>
            <a:xfrm rot="8100000">
              <a:off x="10400615" y="2343978"/>
              <a:ext cx="1080000" cy="1262947"/>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3B3666"/>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2" name="Google Shape;42;p14"/>
            <p:cNvSpPr/>
            <p:nvPr/>
          </p:nvSpPr>
          <p:spPr>
            <a:xfrm rot="-8100000">
              <a:off x="10415015" y="2179851"/>
              <a:ext cx="540000" cy="1080000"/>
            </a:xfrm>
            <a:prstGeom prst="ellipse">
              <a:avLst/>
            </a:prstGeom>
            <a:gradFill>
              <a:gsLst>
                <a:gs pos="0">
                  <a:srgbClr val="453E75">
                    <a:alpha val="32941"/>
                  </a:srgbClr>
                </a:gs>
                <a:gs pos="100000">
                  <a:srgbClr val="59EFC0">
                    <a:alpha val="0"/>
                  </a:srgbClr>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grpSp>
        <p:nvGrpSpPr>
          <p:cNvPr id="43" name="Google Shape;43;p14"/>
          <p:cNvGrpSpPr/>
          <p:nvPr/>
        </p:nvGrpSpPr>
        <p:grpSpPr>
          <a:xfrm>
            <a:off x="363888" y="5322560"/>
            <a:ext cx="1030305" cy="1030305"/>
            <a:chOff x="10240859" y="1436639"/>
            <a:chExt cx="1030305" cy="1030305"/>
          </a:xfrm>
        </p:grpSpPr>
        <p:sp>
          <p:nvSpPr>
            <p:cNvPr id="44" name="Google Shape;44;p14"/>
            <p:cNvSpPr/>
            <p:nvPr/>
          </p:nvSpPr>
          <p:spPr>
            <a:xfrm rot="-8100000">
              <a:off x="10268976" y="1743588"/>
              <a:ext cx="926985" cy="463493"/>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5" name="Google Shape;45;p14"/>
            <p:cNvSpPr/>
            <p:nvPr/>
          </p:nvSpPr>
          <p:spPr>
            <a:xfrm rot="-2700000">
              <a:off x="11115555" y="1939340"/>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6" name="Google Shape;46;p14"/>
            <p:cNvSpPr/>
            <p:nvPr/>
          </p:nvSpPr>
          <p:spPr>
            <a:xfrm rot="-2700000">
              <a:off x="10625042" y="1448827"/>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7" name="Google Shape;47;p14"/>
            <p:cNvSpPr/>
            <p:nvPr/>
          </p:nvSpPr>
          <p:spPr>
            <a:xfrm rot="-8100000">
              <a:off x="10292519" y="1686748"/>
              <a:ext cx="926985" cy="530086"/>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2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48" name="Google Shape;48;p14"/>
          <p:cNvSpPr txBox="1"/>
          <p:nvPr>
            <p:ph type="title"/>
          </p:nvPr>
        </p:nvSpPr>
        <p:spPr>
          <a:xfrm>
            <a:off x="550862" y="498474"/>
            <a:ext cx="7960421" cy="1450217"/>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lt1"/>
              </a:buClr>
              <a:buSzPts val="4000"/>
              <a:buFont typeface="Pla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9" name="Google Shape;49;p14"/>
          <p:cNvSpPr txBox="1"/>
          <p:nvPr>
            <p:ph idx="1" type="body"/>
          </p:nvPr>
        </p:nvSpPr>
        <p:spPr>
          <a:xfrm>
            <a:off x="581343" y="2103039"/>
            <a:ext cx="7929940" cy="3979625"/>
          </a:xfrm>
          <a:prstGeom prst="rect">
            <a:avLst/>
          </a:prstGeom>
          <a:noFill/>
          <a:ln>
            <a:noFill/>
          </a:ln>
        </p:spPr>
        <p:txBody>
          <a:bodyPr anchorCtr="0" anchor="t" bIns="0" lIns="0" spcFirstLastPara="1" rIns="0" wrap="square" tIns="0">
            <a:normAutofit/>
          </a:bodyPr>
          <a:lstStyle>
            <a:lvl1pPr indent="-342900" lvl="0" marL="457200" algn="l">
              <a:lnSpc>
                <a:spcPct val="110000"/>
              </a:lnSpc>
              <a:spcBef>
                <a:spcPts val="1000"/>
              </a:spcBef>
              <a:spcAft>
                <a:spcPts val="0"/>
              </a:spcAft>
              <a:buClr>
                <a:schemeClr val="lt1"/>
              </a:buClr>
              <a:buSzPts val="1800"/>
              <a:buChar char="•"/>
              <a:defRPr sz="1800">
                <a:solidFill>
                  <a:schemeClr val="lt1"/>
                </a:solidFill>
              </a:defRPr>
            </a:lvl1pPr>
            <a:lvl2pPr indent="-304800" lvl="1" marL="914400" algn="l">
              <a:lnSpc>
                <a:spcPct val="110000"/>
              </a:lnSpc>
              <a:spcBef>
                <a:spcPts val="800"/>
              </a:spcBef>
              <a:spcAft>
                <a:spcPts val="0"/>
              </a:spcAft>
              <a:buClr>
                <a:schemeClr val="lt1"/>
              </a:buClr>
              <a:buSzPts val="1200"/>
              <a:buChar char="•"/>
              <a:defRPr sz="1200">
                <a:solidFill>
                  <a:schemeClr val="lt1"/>
                </a:solidFill>
              </a:defRPr>
            </a:lvl2pPr>
            <a:lvl3pPr indent="-304800" lvl="2" marL="1371600" algn="l">
              <a:lnSpc>
                <a:spcPct val="110000"/>
              </a:lnSpc>
              <a:spcBef>
                <a:spcPts val="800"/>
              </a:spcBef>
              <a:spcAft>
                <a:spcPts val="0"/>
              </a:spcAft>
              <a:buClr>
                <a:schemeClr val="lt1"/>
              </a:buClr>
              <a:buSzPts val="1200"/>
              <a:buChar char="•"/>
              <a:defRPr sz="1200">
                <a:solidFill>
                  <a:schemeClr val="lt1"/>
                </a:solidFill>
              </a:defRPr>
            </a:lvl3pPr>
            <a:lvl4pPr indent="-304800" lvl="3" marL="1828800" algn="l">
              <a:lnSpc>
                <a:spcPct val="110000"/>
              </a:lnSpc>
              <a:spcBef>
                <a:spcPts val="800"/>
              </a:spcBef>
              <a:spcAft>
                <a:spcPts val="0"/>
              </a:spcAft>
              <a:buClr>
                <a:schemeClr val="lt1"/>
              </a:buClr>
              <a:buSzPts val="1200"/>
              <a:buChar char="•"/>
              <a:defRPr sz="1200">
                <a:solidFill>
                  <a:schemeClr val="lt1"/>
                </a:solidFill>
              </a:defRPr>
            </a:lvl4pPr>
            <a:lvl5pPr indent="-304800" lvl="4" marL="2286000" algn="l">
              <a:lnSpc>
                <a:spcPct val="110000"/>
              </a:lnSpc>
              <a:spcBef>
                <a:spcPts val="800"/>
              </a:spcBef>
              <a:spcAft>
                <a:spcPts val="0"/>
              </a:spcAft>
              <a:buClr>
                <a:schemeClr val="lt1"/>
              </a:buClr>
              <a:buSzPts val="1200"/>
              <a:buChar char="•"/>
              <a:defRPr sz="12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50" name="Google Shape;50;p14"/>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14"/>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4"/>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1">
  <p:cSld name="Two Content 1">
    <p:spTree>
      <p:nvGrpSpPr>
        <p:cNvPr id="53" name="Shape 53"/>
        <p:cNvGrpSpPr/>
        <p:nvPr/>
      </p:nvGrpSpPr>
      <p:grpSpPr>
        <a:xfrm>
          <a:off x="0" y="0"/>
          <a:ext cx="0" cy="0"/>
          <a:chOff x="0" y="0"/>
          <a:chExt cx="0" cy="0"/>
        </a:xfrm>
      </p:grpSpPr>
      <p:sp>
        <p:nvSpPr>
          <p:cNvPr id="54" name="Google Shape;54;p15"/>
          <p:cNvSpPr/>
          <p:nvPr/>
        </p:nvSpPr>
        <p:spPr>
          <a:xfrm>
            <a:off x="11069864" y="333375"/>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55" name="Google Shape;55;p15"/>
          <p:cNvGrpSpPr/>
          <p:nvPr/>
        </p:nvGrpSpPr>
        <p:grpSpPr>
          <a:xfrm>
            <a:off x="233344" y="5384019"/>
            <a:ext cx="828357" cy="828357"/>
            <a:chOff x="2895711" y="1234487"/>
            <a:chExt cx="828357" cy="828357"/>
          </a:xfrm>
        </p:grpSpPr>
        <p:sp>
          <p:nvSpPr>
            <p:cNvPr id="56" name="Google Shape;56;p15"/>
            <p:cNvSpPr/>
            <p:nvPr/>
          </p:nvSpPr>
          <p:spPr>
            <a:xfrm rot="2700000">
              <a:off x="3039890" y="1332929"/>
              <a:ext cx="540000" cy="631474"/>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453E75"/>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57" name="Google Shape;57;p15"/>
            <p:cNvSpPr/>
            <p:nvPr/>
          </p:nvSpPr>
          <p:spPr>
            <a:xfrm rot="8100000">
              <a:off x="3047090" y="1506466"/>
              <a:ext cx="270000" cy="540000"/>
            </a:xfrm>
            <a:prstGeom prst="ellipse">
              <a:avLst/>
            </a:prstGeom>
            <a:gradFill>
              <a:gsLst>
                <a:gs pos="0">
                  <a:srgbClr val="221F3B"/>
                </a:gs>
                <a:gs pos="50000">
                  <a:srgbClr val="221F3B"/>
                </a:gs>
                <a:gs pos="100000">
                  <a:srgbClr val="2B274A"/>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58" name="Google Shape;58;p15"/>
          <p:cNvSpPr txBox="1"/>
          <p:nvPr>
            <p:ph type="title"/>
          </p:nvPr>
        </p:nvSpPr>
        <p:spPr>
          <a:xfrm>
            <a:off x="550863" y="508635"/>
            <a:ext cx="11090274" cy="1332000"/>
          </a:xfrm>
          <a:prstGeom prst="rect">
            <a:avLst/>
          </a:prstGeom>
          <a:noFill/>
          <a:ln>
            <a:noFill/>
          </a:ln>
        </p:spPr>
        <p:txBody>
          <a:bodyPr anchorCtr="0" anchor="t" bIns="0" lIns="0" spcFirstLastPara="1" rIns="0" wrap="square" tIns="0">
            <a:normAutofit/>
          </a:bodyPr>
          <a:lstStyle>
            <a:lvl1pPr lvl="0" algn="l">
              <a:lnSpc>
                <a:spcPct val="100000"/>
              </a:lnSpc>
              <a:spcBef>
                <a:spcPts val="0"/>
              </a:spcBef>
              <a:spcAft>
                <a:spcPts val="0"/>
              </a:spcAft>
              <a:buClr>
                <a:schemeClr val="lt1"/>
              </a:buClr>
              <a:buSzPts val="4000"/>
              <a:buFont typeface="Pla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5"/>
          <p:cNvSpPr txBox="1"/>
          <p:nvPr>
            <p:ph idx="1" type="body"/>
          </p:nvPr>
        </p:nvSpPr>
        <p:spPr>
          <a:xfrm>
            <a:off x="550862" y="2097175"/>
            <a:ext cx="5435600" cy="3995650"/>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800"/>
              <a:buNone/>
              <a:defRPr sz="1800">
                <a:solidFill>
                  <a:schemeClr val="lt1"/>
                </a:solidFill>
              </a:defRPr>
            </a:lvl1pPr>
            <a:lvl2pPr indent="-342900" lvl="1" marL="914400" algn="l">
              <a:lnSpc>
                <a:spcPct val="110000"/>
              </a:lnSpc>
              <a:spcBef>
                <a:spcPts val="1000"/>
              </a:spcBef>
              <a:spcAft>
                <a:spcPts val="0"/>
              </a:spcAft>
              <a:buClr>
                <a:schemeClr val="lt1"/>
              </a:buClr>
              <a:buSzPts val="1800"/>
              <a:buChar char="•"/>
              <a:defRPr sz="1800">
                <a:solidFill>
                  <a:schemeClr val="lt1"/>
                </a:solidFill>
              </a:defRPr>
            </a:lvl2pPr>
            <a:lvl3pPr indent="-342900" lvl="2" marL="1371600" algn="l">
              <a:lnSpc>
                <a:spcPct val="110000"/>
              </a:lnSpc>
              <a:spcBef>
                <a:spcPts val="1000"/>
              </a:spcBef>
              <a:spcAft>
                <a:spcPts val="0"/>
              </a:spcAft>
              <a:buClr>
                <a:schemeClr val="lt1"/>
              </a:buClr>
              <a:buSzPts val="1800"/>
              <a:buChar char="•"/>
              <a:defRPr sz="1800">
                <a:solidFill>
                  <a:schemeClr val="lt1"/>
                </a:solidFill>
              </a:defRPr>
            </a:lvl3pPr>
            <a:lvl4pPr indent="-342900" lvl="3" marL="1828800" algn="l">
              <a:lnSpc>
                <a:spcPct val="110000"/>
              </a:lnSpc>
              <a:spcBef>
                <a:spcPts val="1000"/>
              </a:spcBef>
              <a:spcAft>
                <a:spcPts val="0"/>
              </a:spcAft>
              <a:buClr>
                <a:schemeClr val="lt1"/>
              </a:buClr>
              <a:buSzPts val="1800"/>
              <a:buChar char="•"/>
              <a:defRPr sz="1800">
                <a:solidFill>
                  <a:schemeClr val="lt1"/>
                </a:solidFill>
              </a:defRPr>
            </a:lvl4pPr>
            <a:lvl5pPr indent="-342900" lvl="4" marL="2286000" algn="l">
              <a:lnSpc>
                <a:spcPct val="110000"/>
              </a:lnSpc>
              <a:spcBef>
                <a:spcPts val="1000"/>
              </a:spcBef>
              <a:spcAft>
                <a:spcPts val="0"/>
              </a:spcAft>
              <a:buClr>
                <a:schemeClr val="lt1"/>
              </a:buClr>
              <a:buSzPts val="1800"/>
              <a:buChar char="•"/>
              <a:defRPr sz="18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60" name="Google Shape;60;p15"/>
          <p:cNvSpPr txBox="1"/>
          <p:nvPr>
            <p:ph idx="2" type="body"/>
          </p:nvPr>
        </p:nvSpPr>
        <p:spPr>
          <a:xfrm>
            <a:off x="6205540" y="2097175"/>
            <a:ext cx="5435600" cy="3995650"/>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800"/>
              <a:buNone/>
              <a:defRPr sz="1800">
                <a:solidFill>
                  <a:schemeClr val="lt1"/>
                </a:solidFill>
              </a:defRPr>
            </a:lvl1pPr>
            <a:lvl2pPr indent="-342900" lvl="1" marL="914400" algn="l">
              <a:lnSpc>
                <a:spcPct val="110000"/>
              </a:lnSpc>
              <a:spcBef>
                <a:spcPts val="1000"/>
              </a:spcBef>
              <a:spcAft>
                <a:spcPts val="0"/>
              </a:spcAft>
              <a:buClr>
                <a:schemeClr val="lt1"/>
              </a:buClr>
              <a:buSzPts val="1800"/>
              <a:buChar char="•"/>
              <a:defRPr sz="1800">
                <a:solidFill>
                  <a:schemeClr val="lt1"/>
                </a:solidFill>
              </a:defRPr>
            </a:lvl2pPr>
            <a:lvl3pPr indent="-342900" lvl="2" marL="1371600" algn="l">
              <a:lnSpc>
                <a:spcPct val="110000"/>
              </a:lnSpc>
              <a:spcBef>
                <a:spcPts val="1000"/>
              </a:spcBef>
              <a:spcAft>
                <a:spcPts val="0"/>
              </a:spcAft>
              <a:buClr>
                <a:schemeClr val="lt1"/>
              </a:buClr>
              <a:buSzPts val="1800"/>
              <a:buChar char="•"/>
              <a:defRPr sz="1800">
                <a:solidFill>
                  <a:schemeClr val="lt1"/>
                </a:solidFill>
              </a:defRPr>
            </a:lvl3pPr>
            <a:lvl4pPr indent="-342900" lvl="3" marL="1828800" algn="l">
              <a:lnSpc>
                <a:spcPct val="110000"/>
              </a:lnSpc>
              <a:spcBef>
                <a:spcPts val="1000"/>
              </a:spcBef>
              <a:spcAft>
                <a:spcPts val="0"/>
              </a:spcAft>
              <a:buClr>
                <a:schemeClr val="lt1"/>
              </a:buClr>
              <a:buSzPts val="1800"/>
              <a:buChar char="•"/>
              <a:defRPr sz="1800">
                <a:solidFill>
                  <a:schemeClr val="lt1"/>
                </a:solidFill>
              </a:defRPr>
            </a:lvl4pPr>
            <a:lvl5pPr indent="-342900" lvl="4" marL="2286000" algn="l">
              <a:lnSpc>
                <a:spcPct val="110000"/>
              </a:lnSpc>
              <a:spcBef>
                <a:spcPts val="1000"/>
              </a:spcBef>
              <a:spcAft>
                <a:spcPts val="0"/>
              </a:spcAft>
              <a:buClr>
                <a:schemeClr val="lt1"/>
              </a:buClr>
              <a:buSzPts val="1800"/>
              <a:buChar char="•"/>
              <a:defRPr sz="18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61" name="Google Shape;61;p15"/>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15"/>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5"/>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osing">
  <p:cSld name="Closing">
    <p:spTree>
      <p:nvGrpSpPr>
        <p:cNvPr id="64" name="Shape 64"/>
        <p:cNvGrpSpPr/>
        <p:nvPr/>
      </p:nvGrpSpPr>
      <p:grpSpPr>
        <a:xfrm>
          <a:off x="0" y="0"/>
          <a:ext cx="0" cy="0"/>
          <a:chOff x="0" y="0"/>
          <a:chExt cx="0" cy="0"/>
        </a:xfrm>
      </p:grpSpPr>
      <p:sp>
        <p:nvSpPr>
          <p:cNvPr id="65" name="Google Shape;65;p16"/>
          <p:cNvSpPr/>
          <p:nvPr/>
        </p:nvSpPr>
        <p:spPr>
          <a:xfrm>
            <a:off x="5303845" y="5427212"/>
            <a:ext cx="1080000" cy="1080000"/>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66" name="Google Shape;66;p16"/>
          <p:cNvSpPr txBox="1"/>
          <p:nvPr>
            <p:ph type="title"/>
          </p:nvPr>
        </p:nvSpPr>
        <p:spPr>
          <a:xfrm>
            <a:off x="549536" y="549274"/>
            <a:ext cx="5179330" cy="2841829"/>
          </a:xfrm>
          <a:prstGeom prst="rect">
            <a:avLst/>
          </a:prstGeom>
          <a:noFill/>
          <a:ln>
            <a:noFill/>
          </a:ln>
        </p:spPr>
        <p:txBody>
          <a:bodyPr anchorCtr="0" anchor="b" bIns="0" lIns="0" spcFirstLastPara="1" rIns="0" wrap="square" tIns="0">
            <a:normAutofit/>
          </a:bodyPr>
          <a:lstStyle>
            <a:lvl1pPr lvl="0" algn="l">
              <a:lnSpc>
                <a:spcPct val="90000"/>
              </a:lnSpc>
              <a:spcBef>
                <a:spcPts val="0"/>
              </a:spcBef>
              <a:spcAft>
                <a:spcPts val="0"/>
              </a:spcAft>
              <a:buClr>
                <a:schemeClr val="lt1"/>
              </a:buClr>
              <a:buSzPts val="5400"/>
              <a:buFont typeface="Play"/>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6"/>
          <p:cNvSpPr txBox="1"/>
          <p:nvPr>
            <p:ph idx="1" type="body"/>
          </p:nvPr>
        </p:nvSpPr>
        <p:spPr>
          <a:xfrm>
            <a:off x="549537" y="3646704"/>
            <a:ext cx="5179330" cy="2706160"/>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800"/>
              <a:buNone/>
              <a:defRPr sz="1800">
                <a:solidFill>
                  <a:schemeClr val="lt1"/>
                </a:solidFill>
              </a:defRPr>
            </a:lvl1pPr>
            <a:lvl2pPr indent="-228600" lvl="1" marL="914400" algn="l">
              <a:lnSpc>
                <a:spcPct val="110000"/>
              </a:lnSpc>
              <a:spcBef>
                <a:spcPts val="1000"/>
              </a:spcBef>
              <a:spcAft>
                <a:spcPts val="0"/>
              </a:spcAft>
              <a:buClr>
                <a:schemeClr val="lt1"/>
              </a:buClr>
              <a:buSzPts val="1200"/>
              <a:buNone/>
              <a:defRPr sz="1200">
                <a:solidFill>
                  <a:schemeClr val="lt1"/>
                </a:solidFill>
              </a:defRPr>
            </a:lvl2pPr>
            <a:lvl3pPr indent="-228600" lvl="2" marL="1371600" algn="l">
              <a:lnSpc>
                <a:spcPct val="110000"/>
              </a:lnSpc>
              <a:spcBef>
                <a:spcPts val="1000"/>
              </a:spcBef>
              <a:spcAft>
                <a:spcPts val="0"/>
              </a:spcAft>
              <a:buClr>
                <a:schemeClr val="lt1"/>
              </a:buClr>
              <a:buSzPts val="1200"/>
              <a:buNone/>
              <a:defRPr sz="1200">
                <a:solidFill>
                  <a:schemeClr val="lt1"/>
                </a:solidFill>
              </a:defRPr>
            </a:lvl3pPr>
            <a:lvl4pPr indent="-228600" lvl="3" marL="1828800" algn="l">
              <a:lnSpc>
                <a:spcPct val="110000"/>
              </a:lnSpc>
              <a:spcBef>
                <a:spcPts val="1000"/>
              </a:spcBef>
              <a:spcAft>
                <a:spcPts val="0"/>
              </a:spcAft>
              <a:buClr>
                <a:schemeClr val="lt1"/>
              </a:buClr>
              <a:buSzPts val="1200"/>
              <a:buNone/>
              <a:defRPr sz="1200">
                <a:solidFill>
                  <a:schemeClr val="lt1"/>
                </a:solidFill>
              </a:defRPr>
            </a:lvl4pPr>
            <a:lvl5pPr indent="-228600" lvl="4" marL="2286000" algn="l">
              <a:lnSpc>
                <a:spcPct val="110000"/>
              </a:lnSpc>
              <a:spcBef>
                <a:spcPts val="1000"/>
              </a:spcBef>
              <a:spcAft>
                <a:spcPts val="0"/>
              </a:spcAft>
              <a:buClr>
                <a:schemeClr val="lt1"/>
              </a:buClr>
              <a:buSzPts val="1200"/>
              <a:buNone/>
              <a:defRPr sz="12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68" name="Google Shape;68;p16"/>
          <p:cNvSpPr/>
          <p:nvPr>
            <p:ph idx="2" type="pic"/>
          </p:nvPr>
        </p:nvSpPr>
        <p:spPr>
          <a:xfrm>
            <a:off x="5926138" y="549275"/>
            <a:ext cx="5654675" cy="5788025"/>
          </a:xfrm>
          <a:prstGeom prst="rect">
            <a:avLst/>
          </a:prstGeom>
          <a:noFill/>
          <a:ln>
            <a:noFill/>
          </a:ln>
        </p:spPr>
      </p:sp>
      <p:grpSp>
        <p:nvGrpSpPr>
          <p:cNvPr id="69" name="Google Shape;69;p16"/>
          <p:cNvGrpSpPr/>
          <p:nvPr/>
        </p:nvGrpSpPr>
        <p:grpSpPr>
          <a:xfrm>
            <a:off x="577658" y="5511950"/>
            <a:ext cx="828358" cy="828358"/>
            <a:chOff x="10462536" y="1408249"/>
            <a:chExt cx="828358" cy="828358"/>
          </a:xfrm>
        </p:grpSpPr>
        <p:sp>
          <p:nvSpPr>
            <p:cNvPr id="70" name="Google Shape;70;p16"/>
            <p:cNvSpPr/>
            <p:nvPr/>
          </p:nvSpPr>
          <p:spPr>
            <a:xfrm rot="8100000">
              <a:off x="10606715" y="1506691"/>
              <a:ext cx="540001" cy="631474"/>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3B3666"/>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71" name="Google Shape;71;p16"/>
            <p:cNvSpPr/>
            <p:nvPr/>
          </p:nvSpPr>
          <p:spPr>
            <a:xfrm rot="-8100000">
              <a:off x="10613915" y="1424627"/>
              <a:ext cx="270000" cy="540001"/>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grpSp>
        <p:nvGrpSpPr>
          <p:cNvPr id="72" name="Google Shape;72;p16"/>
          <p:cNvGrpSpPr/>
          <p:nvPr/>
        </p:nvGrpSpPr>
        <p:grpSpPr>
          <a:xfrm>
            <a:off x="363888" y="5322560"/>
            <a:ext cx="1030305" cy="1030305"/>
            <a:chOff x="10240859" y="1436639"/>
            <a:chExt cx="1030305" cy="1030305"/>
          </a:xfrm>
        </p:grpSpPr>
        <p:sp>
          <p:nvSpPr>
            <p:cNvPr id="73" name="Google Shape;73;p16"/>
            <p:cNvSpPr/>
            <p:nvPr/>
          </p:nvSpPr>
          <p:spPr>
            <a:xfrm rot="-8100000">
              <a:off x="10268976" y="1743588"/>
              <a:ext cx="926985" cy="463493"/>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74" name="Google Shape;74;p16"/>
            <p:cNvSpPr/>
            <p:nvPr/>
          </p:nvSpPr>
          <p:spPr>
            <a:xfrm rot="-2700000">
              <a:off x="11115555" y="1939340"/>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75" name="Google Shape;75;p16"/>
            <p:cNvSpPr/>
            <p:nvPr/>
          </p:nvSpPr>
          <p:spPr>
            <a:xfrm rot="-2700000">
              <a:off x="10625042" y="1448827"/>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76" name="Google Shape;76;p16"/>
            <p:cNvSpPr/>
            <p:nvPr/>
          </p:nvSpPr>
          <p:spPr>
            <a:xfrm rot="-8100000">
              <a:off x="10292519" y="1686748"/>
              <a:ext cx="926985" cy="530086"/>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2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77" name="Google Shape;77;p16"/>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6"/>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6"/>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 name="Shape 80"/>
        <p:cNvGrpSpPr/>
        <p:nvPr/>
      </p:nvGrpSpPr>
      <p:grpSpPr>
        <a:xfrm>
          <a:off x="0" y="0"/>
          <a:ext cx="0" cy="0"/>
          <a:chOff x="0" y="0"/>
          <a:chExt cx="0" cy="0"/>
        </a:xfrm>
      </p:grpSpPr>
      <p:sp>
        <p:nvSpPr>
          <p:cNvPr id="81" name="Google Shape;81;p17"/>
          <p:cNvSpPr txBox="1"/>
          <p:nvPr>
            <p:ph type="title"/>
          </p:nvPr>
        </p:nvSpPr>
        <p:spPr>
          <a:xfrm>
            <a:off x="3359149" y="550799"/>
            <a:ext cx="8283313" cy="554202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lt1"/>
              </a:buClr>
              <a:buSzPts val="4800"/>
              <a:buFont typeface="Play"/>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2" name="Google Shape;82;p17"/>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7"/>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17"/>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85" name="Google Shape;85;p17"/>
          <p:cNvSpPr/>
          <p:nvPr/>
        </p:nvSpPr>
        <p:spPr>
          <a:xfrm flipH="1" rot="8100000">
            <a:off x="-410727" y="3958416"/>
            <a:ext cx="3536330" cy="1853969"/>
          </a:xfrm>
          <a:custGeom>
            <a:rect b="b" l="l" r="r" t="t"/>
            <a:pathLst>
              <a:path extrusionOk="0" h="1853969" w="3536330">
                <a:moveTo>
                  <a:pt x="3536330" y="1853969"/>
                </a:moveTo>
                <a:cubicBezTo>
                  <a:pt x="3536330" y="830051"/>
                  <a:pt x="2706280" y="0"/>
                  <a:pt x="1682362" y="0"/>
                </a:cubicBezTo>
                <a:cubicBezTo>
                  <a:pt x="978418" y="0"/>
                  <a:pt x="366107" y="392328"/>
                  <a:pt x="52157" y="970257"/>
                </a:cubicBezTo>
                <a:lnTo>
                  <a:pt x="0" y="1078528"/>
                </a:lnTo>
                <a:lnTo>
                  <a:pt x="757215" y="1835743"/>
                </a:lnTo>
                <a:lnTo>
                  <a:pt x="774211" y="1667149"/>
                </a:lnTo>
                <a:cubicBezTo>
                  <a:pt x="860649" y="1244739"/>
                  <a:pt x="1234397" y="926985"/>
                  <a:pt x="1682362" y="926985"/>
                </a:cubicBezTo>
                <a:cubicBezTo>
                  <a:pt x="2194320" y="926985"/>
                  <a:pt x="2609345" y="1342010"/>
                  <a:pt x="2609345" y="1853969"/>
                </a:cubicBezTo>
                <a:close/>
              </a:path>
            </a:pathLst>
          </a:custGeom>
          <a:gradFill>
            <a:gsLst>
              <a:gs pos="0">
                <a:srgbClr val="2B274A"/>
              </a:gs>
              <a:gs pos="31000">
                <a:srgbClr val="2B274A"/>
              </a:gs>
              <a:gs pos="97000">
                <a:schemeClr val="dk2"/>
              </a:gs>
              <a:gs pos="100000">
                <a:schemeClr val="dk2"/>
              </a:gs>
            </a:gsLst>
            <a:lin ang="15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86" name="Google Shape;86;p17"/>
          <p:cNvSpPr/>
          <p:nvPr/>
        </p:nvSpPr>
        <p:spPr>
          <a:xfrm flipH="1" rot="8100000">
            <a:off x="-481151" y="3649708"/>
            <a:ext cx="3478701" cy="2164843"/>
          </a:xfrm>
          <a:custGeom>
            <a:rect b="b" l="l" r="r" t="t"/>
            <a:pathLst>
              <a:path extrusionOk="0" h="2164843" w="3478701">
                <a:moveTo>
                  <a:pt x="3478701" y="2164843"/>
                </a:moveTo>
                <a:cubicBezTo>
                  <a:pt x="3478701" y="969234"/>
                  <a:pt x="2648651" y="0"/>
                  <a:pt x="1624733" y="0"/>
                </a:cubicBezTo>
                <a:cubicBezTo>
                  <a:pt x="984784" y="0"/>
                  <a:pt x="420564" y="378607"/>
                  <a:pt x="87393" y="954459"/>
                </a:cubicBezTo>
                <a:lnTo>
                  <a:pt x="0" y="1122434"/>
                </a:lnTo>
                <a:lnTo>
                  <a:pt x="736015" y="1858449"/>
                </a:lnTo>
                <a:lnTo>
                  <a:pt x="739424" y="1842964"/>
                </a:lnTo>
                <a:cubicBezTo>
                  <a:pt x="856791" y="1402344"/>
                  <a:pt x="1208766" y="1082422"/>
                  <a:pt x="1624733" y="1082422"/>
                </a:cubicBezTo>
                <a:cubicBezTo>
                  <a:pt x="2136692" y="1082422"/>
                  <a:pt x="2551716" y="1567038"/>
                  <a:pt x="2551716" y="2164843"/>
                </a:cubicBezTo>
                <a:close/>
              </a:path>
            </a:pathLst>
          </a:custGeom>
          <a:solidFill>
            <a:srgbClr val="746EB3">
              <a:alpha val="4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87" name="Google Shape;87;p17"/>
          <p:cNvSpPr/>
          <p:nvPr/>
        </p:nvSpPr>
        <p:spPr>
          <a:xfrm flipH="1" rot="2700000">
            <a:off x="1512277" y="2840042"/>
            <a:ext cx="214196" cy="933178"/>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88" name="Google Shape;88;p17"/>
          <p:cNvSpPr/>
          <p:nvPr/>
        </p:nvSpPr>
        <p:spPr>
          <a:xfrm>
            <a:off x="1780661" y="385236"/>
            <a:ext cx="1080000" cy="1080000"/>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89" name="Google Shape;89;p17"/>
          <p:cNvGrpSpPr/>
          <p:nvPr/>
        </p:nvGrpSpPr>
        <p:grpSpPr>
          <a:xfrm>
            <a:off x="509106" y="1383159"/>
            <a:ext cx="897877" cy="934082"/>
            <a:chOff x="5129684" y="1232940"/>
            <a:chExt cx="897877" cy="934082"/>
          </a:xfrm>
        </p:grpSpPr>
        <p:sp>
          <p:nvSpPr>
            <p:cNvPr id="90" name="Google Shape;90;p17"/>
            <p:cNvSpPr/>
            <p:nvPr/>
          </p:nvSpPr>
          <p:spPr>
            <a:xfrm rot="1800000">
              <a:off x="5356930" y="1363788"/>
              <a:ext cx="621086" cy="364601"/>
            </a:xfrm>
            <a:custGeom>
              <a:rect b="b" l="l" r="r" t="t"/>
              <a:pathLst>
                <a:path extrusionOk="0" h="317" w="540">
                  <a:moveTo>
                    <a:pt x="266" y="0"/>
                  </a:moveTo>
                  <a:lnTo>
                    <a:pt x="0" y="158"/>
                  </a:lnTo>
                  <a:lnTo>
                    <a:pt x="266" y="317"/>
                  </a:lnTo>
                  <a:lnTo>
                    <a:pt x="540" y="158"/>
                  </a:lnTo>
                  <a:lnTo>
                    <a:pt x="266" y="0"/>
                  </a:lnTo>
                  <a:close/>
                </a:path>
              </a:pathLst>
            </a:custGeom>
            <a:gradFill>
              <a:gsLst>
                <a:gs pos="0">
                  <a:srgbClr val="2B274A">
                    <a:alpha val="20000"/>
                  </a:srgbClr>
                </a:gs>
                <a:gs pos="20000">
                  <a:srgbClr val="2B274A">
                    <a:alpha val="20000"/>
                  </a:srgbClr>
                </a:gs>
                <a:gs pos="100000">
                  <a:srgbClr val="59EFC0">
                    <a:alpha val="20000"/>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91" name="Google Shape;91;p17"/>
            <p:cNvSpPr/>
            <p:nvPr/>
          </p:nvSpPr>
          <p:spPr>
            <a:xfrm rot="1800000">
              <a:off x="5243759" y="1430747"/>
              <a:ext cx="305942" cy="538275"/>
            </a:xfrm>
            <a:custGeom>
              <a:rect b="b" l="l" r="r" t="t"/>
              <a:pathLst>
                <a:path extrusionOk="0" h="468" w="266">
                  <a:moveTo>
                    <a:pt x="266" y="468"/>
                  </a:moveTo>
                  <a:lnTo>
                    <a:pt x="0" y="310"/>
                  </a:lnTo>
                  <a:lnTo>
                    <a:pt x="0" y="310"/>
                  </a:lnTo>
                  <a:lnTo>
                    <a:pt x="0" y="0"/>
                  </a:lnTo>
                  <a:lnTo>
                    <a:pt x="0" y="0"/>
                  </a:lnTo>
                  <a:lnTo>
                    <a:pt x="266" y="159"/>
                  </a:lnTo>
                  <a:lnTo>
                    <a:pt x="266" y="468"/>
                  </a:lnTo>
                  <a:close/>
                </a:path>
              </a:pathLst>
            </a:custGeom>
            <a:gradFill>
              <a:gsLst>
                <a:gs pos="0">
                  <a:srgbClr val="2B274A">
                    <a:alpha val="20000"/>
                  </a:srgbClr>
                </a:gs>
                <a:gs pos="20000">
                  <a:srgbClr val="2B274A">
                    <a:alpha val="20000"/>
                  </a:srgbClr>
                </a:gs>
                <a:gs pos="100000">
                  <a:srgbClr val="59EFC0">
                    <a:alpha val="20000"/>
                  </a:srgbClr>
                </a:gs>
              </a:gsLst>
              <a:lin ang="19799999"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92" name="Google Shape;92;p17"/>
            <p:cNvSpPr/>
            <p:nvPr/>
          </p:nvSpPr>
          <p:spPr>
            <a:xfrm rot="1800000">
              <a:off x="5508097" y="1586019"/>
              <a:ext cx="315144" cy="538275"/>
            </a:xfrm>
            <a:custGeom>
              <a:rect b="b" l="l" r="r" t="t"/>
              <a:pathLst>
                <a:path extrusionOk="0" h="468" w="274">
                  <a:moveTo>
                    <a:pt x="274" y="0"/>
                  </a:moveTo>
                  <a:lnTo>
                    <a:pt x="274" y="310"/>
                  </a:lnTo>
                  <a:lnTo>
                    <a:pt x="274" y="310"/>
                  </a:lnTo>
                  <a:lnTo>
                    <a:pt x="0" y="468"/>
                  </a:lnTo>
                  <a:lnTo>
                    <a:pt x="0" y="159"/>
                  </a:lnTo>
                  <a:lnTo>
                    <a:pt x="274" y="0"/>
                  </a:lnTo>
                  <a:lnTo>
                    <a:pt x="274" y="0"/>
                  </a:lnTo>
                  <a:close/>
                </a:path>
              </a:pathLst>
            </a:custGeom>
            <a:gradFill>
              <a:gsLst>
                <a:gs pos="0">
                  <a:srgbClr val="2B274A">
                    <a:alpha val="20000"/>
                  </a:srgbClr>
                </a:gs>
                <a:gs pos="20000">
                  <a:srgbClr val="2B274A">
                    <a:alpha val="20000"/>
                  </a:srgbClr>
                </a:gs>
                <a:gs pos="100000">
                  <a:srgbClr val="59EFC0">
                    <a:alpha val="20000"/>
                  </a:srgbClr>
                </a:gs>
              </a:gsLst>
              <a:lin ang="18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3" name="Shape 93"/>
        <p:cNvGrpSpPr/>
        <p:nvPr/>
      </p:nvGrpSpPr>
      <p:grpSpPr>
        <a:xfrm>
          <a:off x="0" y="0"/>
          <a:ext cx="0" cy="0"/>
          <a:chOff x="0" y="0"/>
          <a:chExt cx="0" cy="0"/>
        </a:xfrm>
      </p:grpSpPr>
      <p:sp>
        <p:nvSpPr>
          <p:cNvPr id="94" name="Google Shape;94;p18"/>
          <p:cNvSpPr txBox="1"/>
          <p:nvPr>
            <p:ph type="ctrTitle"/>
          </p:nvPr>
        </p:nvSpPr>
        <p:spPr>
          <a:xfrm>
            <a:off x="3359149" y="389840"/>
            <a:ext cx="8281987" cy="2954655"/>
          </a:xfrm>
          <a:prstGeom prst="rect">
            <a:avLst/>
          </a:prstGeom>
          <a:noFill/>
          <a:ln>
            <a:noFill/>
          </a:ln>
        </p:spPr>
        <p:txBody>
          <a:bodyPr anchorCtr="0" anchor="t" bIns="0" lIns="0" spcFirstLastPara="1" rIns="0" wrap="square" tIns="0">
            <a:normAutofit/>
          </a:bodyPr>
          <a:lstStyle>
            <a:lvl1pPr lvl="0" algn="l">
              <a:lnSpc>
                <a:spcPct val="100000"/>
              </a:lnSpc>
              <a:spcBef>
                <a:spcPts val="0"/>
              </a:spcBef>
              <a:spcAft>
                <a:spcPts val="0"/>
              </a:spcAft>
              <a:buClr>
                <a:schemeClr val="lt1"/>
              </a:buClr>
              <a:buSzPts val="6400"/>
              <a:buFont typeface="Play"/>
              <a:buNone/>
              <a:defRPr sz="6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5" name="Google Shape;95;p18"/>
          <p:cNvSpPr txBox="1"/>
          <p:nvPr>
            <p:ph idx="1" type="subTitle"/>
          </p:nvPr>
        </p:nvSpPr>
        <p:spPr>
          <a:xfrm>
            <a:off x="3359149" y="3536951"/>
            <a:ext cx="8281989" cy="2555874"/>
          </a:xfrm>
          <a:prstGeom prst="rect">
            <a:avLst/>
          </a:prstGeom>
          <a:noFill/>
          <a:ln>
            <a:noFill/>
          </a:ln>
        </p:spPr>
        <p:txBody>
          <a:bodyPr anchorCtr="0" anchor="t" bIns="0" lIns="0" spcFirstLastPara="1" rIns="0" wrap="square" tIns="0">
            <a:normAutofit/>
          </a:bodyPr>
          <a:lstStyle>
            <a:lvl1pPr lvl="0" algn="l">
              <a:lnSpc>
                <a:spcPct val="100000"/>
              </a:lnSpc>
              <a:spcBef>
                <a:spcPts val="1000"/>
              </a:spcBef>
              <a:spcAft>
                <a:spcPts val="0"/>
              </a:spcAft>
              <a:buClr>
                <a:schemeClr val="lt1"/>
              </a:buClr>
              <a:buSzPts val="2400"/>
              <a:buNone/>
              <a:defRPr sz="2400">
                <a:solidFill>
                  <a:schemeClr val="lt1"/>
                </a:solidFill>
              </a:defRPr>
            </a:lvl1pPr>
            <a:lvl2pPr lvl="1" algn="ctr">
              <a:lnSpc>
                <a:spcPct val="110000"/>
              </a:lnSpc>
              <a:spcBef>
                <a:spcPts val="800"/>
              </a:spcBef>
              <a:spcAft>
                <a:spcPts val="0"/>
              </a:spcAft>
              <a:buClr>
                <a:schemeClr val="lt1"/>
              </a:buClr>
              <a:buSzPts val="2000"/>
              <a:buNone/>
              <a:defRPr sz="2000"/>
            </a:lvl2pPr>
            <a:lvl3pPr lvl="2" algn="ctr">
              <a:lnSpc>
                <a:spcPct val="110000"/>
              </a:lnSpc>
              <a:spcBef>
                <a:spcPts val="800"/>
              </a:spcBef>
              <a:spcAft>
                <a:spcPts val="0"/>
              </a:spcAft>
              <a:buClr>
                <a:schemeClr val="lt1"/>
              </a:buClr>
              <a:buSzPts val="1800"/>
              <a:buNone/>
              <a:defRPr sz="1800"/>
            </a:lvl3pPr>
            <a:lvl4pPr lvl="3" algn="ctr">
              <a:lnSpc>
                <a:spcPct val="110000"/>
              </a:lnSpc>
              <a:spcBef>
                <a:spcPts val="800"/>
              </a:spcBef>
              <a:spcAft>
                <a:spcPts val="0"/>
              </a:spcAft>
              <a:buClr>
                <a:schemeClr val="lt1"/>
              </a:buClr>
              <a:buSzPts val="1600"/>
              <a:buNone/>
              <a:defRPr sz="1600"/>
            </a:lvl4pPr>
            <a:lvl5pPr lvl="4" algn="ctr">
              <a:lnSpc>
                <a:spcPct val="110000"/>
              </a:lnSpc>
              <a:spcBef>
                <a:spcPts val="800"/>
              </a:spcBef>
              <a:spcAft>
                <a:spcPts val="0"/>
              </a:spcAft>
              <a:buClr>
                <a:schemeClr val="lt1"/>
              </a:buClr>
              <a:buSzPts val="1600"/>
              <a:buNone/>
              <a:defRPr sz="1600"/>
            </a:lvl5pPr>
            <a:lvl6pPr lvl="5" algn="ctr">
              <a:lnSpc>
                <a:spcPct val="90000"/>
              </a:lnSpc>
              <a:spcBef>
                <a:spcPts val="800"/>
              </a:spcBef>
              <a:spcAft>
                <a:spcPts val="0"/>
              </a:spcAft>
              <a:buClr>
                <a:schemeClr val="lt1"/>
              </a:buClr>
              <a:buSzPts val="1600"/>
              <a:buNone/>
              <a:defRPr sz="1600"/>
            </a:lvl6pPr>
            <a:lvl7pPr lvl="6" algn="ctr">
              <a:lnSpc>
                <a:spcPct val="90000"/>
              </a:lnSpc>
              <a:spcBef>
                <a:spcPts val="500"/>
              </a:spcBef>
              <a:spcAft>
                <a:spcPts val="0"/>
              </a:spcAft>
              <a:buClr>
                <a:schemeClr val="lt1"/>
              </a:buClr>
              <a:buSzPts val="1600"/>
              <a:buNone/>
              <a:defRPr sz="1600"/>
            </a:lvl7pPr>
            <a:lvl8pPr lvl="7" algn="ctr">
              <a:lnSpc>
                <a:spcPct val="90000"/>
              </a:lnSpc>
              <a:spcBef>
                <a:spcPts val="500"/>
              </a:spcBef>
              <a:spcAft>
                <a:spcPts val="0"/>
              </a:spcAft>
              <a:buClr>
                <a:schemeClr val="lt1"/>
              </a:buClr>
              <a:buSzPts val="1600"/>
              <a:buNone/>
              <a:defRPr sz="1600"/>
            </a:lvl8pPr>
            <a:lvl9pPr lvl="8" algn="ctr">
              <a:lnSpc>
                <a:spcPct val="90000"/>
              </a:lnSpc>
              <a:spcBef>
                <a:spcPts val="500"/>
              </a:spcBef>
              <a:spcAft>
                <a:spcPts val="0"/>
              </a:spcAft>
              <a:buClr>
                <a:schemeClr val="lt1"/>
              </a:buClr>
              <a:buSzPts val="1600"/>
              <a:buNone/>
              <a:defRPr sz="1600"/>
            </a:lvl9pPr>
          </a:lstStyle>
          <a:p/>
        </p:txBody>
      </p:sp>
      <p:sp>
        <p:nvSpPr>
          <p:cNvPr id="96" name="Google Shape;96;p18"/>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18"/>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18"/>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99" name="Google Shape;99;p18"/>
          <p:cNvSpPr/>
          <p:nvPr/>
        </p:nvSpPr>
        <p:spPr>
          <a:xfrm rot="2700000">
            <a:off x="612445" y="481888"/>
            <a:ext cx="1080000" cy="1262947"/>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453E75"/>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0" name="Google Shape;100;p18"/>
          <p:cNvSpPr/>
          <p:nvPr/>
        </p:nvSpPr>
        <p:spPr>
          <a:xfrm rot="8100000">
            <a:off x="626845" y="828962"/>
            <a:ext cx="540000" cy="1080000"/>
          </a:xfrm>
          <a:prstGeom prst="ellipse">
            <a:avLst/>
          </a:prstGeom>
          <a:gradFill>
            <a:gsLst>
              <a:gs pos="0">
                <a:srgbClr val="221F3B"/>
              </a:gs>
              <a:gs pos="50000">
                <a:srgbClr val="221F3B"/>
              </a:gs>
              <a:gs pos="100000">
                <a:srgbClr val="2B274A"/>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1" name="Google Shape;101;p18"/>
          <p:cNvSpPr/>
          <p:nvPr/>
        </p:nvSpPr>
        <p:spPr>
          <a:xfrm>
            <a:off x="1800802" y="2472855"/>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102" name="Google Shape;102;p18"/>
          <p:cNvGrpSpPr/>
          <p:nvPr/>
        </p:nvGrpSpPr>
        <p:grpSpPr>
          <a:xfrm>
            <a:off x="1292493" y="4299807"/>
            <a:ext cx="2083885" cy="2083885"/>
            <a:chOff x="4842143" y="3556857"/>
            <a:chExt cx="2083885" cy="2083885"/>
          </a:xfrm>
        </p:grpSpPr>
        <p:sp>
          <p:nvSpPr>
            <p:cNvPr id="103" name="Google Shape;103;p18"/>
            <p:cNvSpPr/>
            <p:nvPr/>
          </p:nvSpPr>
          <p:spPr>
            <a:xfrm flipH="1" rot="8100000">
              <a:off x="5005634" y="4191206"/>
              <a:ext cx="1853969" cy="926985"/>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4" name="Google Shape;104;p18"/>
            <p:cNvSpPr/>
            <p:nvPr/>
          </p:nvSpPr>
          <p:spPr>
            <a:xfrm flipH="1" rot="8100000">
              <a:off x="4957101" y="4052255"/>
              <a:ext cx="1853969" cy="1093090"/>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4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5" name="Google Shape;105;p18"/>
            <p:cNvSpPr/>
            <p:nvPr/>
          </p:nvSpPr>
          <p:spPr>
            <a:xfrm flipH="1" rot="2700000">
              <a:off x="6040374" y="3601683"/>
              <a:ext cx="107098" cy="466589"/>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6" name="Google Shape;106;p18"/>
            <p:cNvSpPr/>
            <p:nvPr/>
          </p:nvSpPr>
          <p:spPr>
            <a:xfrm flipH="1" rot="2700000">
              <a:off x="5059348" y="4582709"/>
              <a:ext cx="107098" cy="466589"/>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07" name="Shape 107"/>
        <p:cNvGrpSpPr/>
        <p:nvPr/>
      </p:nvGrpSpPr>
      <p:grpSpPr>
        <a:xfrm>
          <a:off x="0" y="0"/>
          <a:ext cx="0" cy="0"/>
          <a:chOff x="0" y="0"/>
          <a:chExt cx="0" cy="0"/>
        </a:xfrm>
      </p:grpSpPr>
      <p:grpSp>
        <p:nvGrpSpPr>
          <p:cNvPr id="108" name="Google Shape;108;p19"/>
          <p:cNvGrpSpPr/>
          <p:nvPr/>
        </p:nvGrpSpPr>
        <p:grpSpPr>
          <a:xfrm>
            <a:off x="363888" y="5322560"/>
            <a:ext cx="1030305" cy="1030305"/>
            <a:chOff x="10240859" y="1436639"/>
            <a:chExt cx="1030305" cy="1030305"/>
          </a:xfrm>
        </p:grpSpPr>
        <p:sp>
          <p:nvSpPr>
            <p:cNvPr id="109" name="Google Shape;109;p19"/>
            <p:cNvSpPr/>
            <p:nvPr/>
          </p:nvSpPr>
          <p:spPr>
            <a:xfrm rot="-8100000">
              <a:off x="10268976" y="1743588"/>
              <a:ext cx="926985" cy="463493"/>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10" name="Google Shape;110;p19"/>
            <p:cNvSpPr/>
            <p:nvPr/>
          </p:nvSpPr>
          <p:spPr>
            <a:xfrm rot="-2700000">
              <a:off x="11115555" y="1939340"/>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11" name="Google Shape;111;p19"/>
            <p:cNvSpPr/>
            <p:nvPr/>
          </p:nvSpPr>
          <p:spPr>
            <a:xfrm rot="-2700000">
              <a:off x="10625042" y="1448827"/>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12" name="Google Shape;112;p19"/>
            <p:cNvSpPr/>
            <p:nvPr/>
          </p:nvSpPr>
          <p:spPr>
            <a:xfrm rot="-8100000">
              <a:off x="10292519" y="1686748"/>
              <a:ext cx="926985" cy="530086"/>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2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113" name="Google Shape;113;p19"/>
          <p:cNvSpPr txBox="1"/>
          <p:nvPr>
            <p:ph type="title"/>
          </p:nvPr>
        </p:nvSpPr>
        <p:spPr>
          <a:xfrm>
            <a:off x="550862" y="549275"/>
            <a:ext cx="11091600" cy="13320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lt1"/>
              </a:buClr>
              <a:buSzPts val="4800"/>
              <a:buFont typeface="Play"/>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4" name="Google Shape;114;p19"/>
          <p:cNvSpPr txBox="1"/>
          <p:nvPr>
            <p:ph idx="1" type="body"/>
          </p:nvPr>
        </p:nvSpPr>
        <p:spPr>
          <a:xfrm>
            <a:off x="550863" y="2113199"/>
            <a:ext cx="11090274" cy="3979625"/>
          </a:xfrm>
          <a:prstGeom prst="rect">
            <a:avLst/>
          </a:prstGeom>
          <a:noFill/>
          <a:ln>
            <a:noFill/>
          </a:ln>
        </p:spPr>
        <p:txBody>
          <a:bodyPr anchorCtr="0" anchor="t" bIns="0" lIns="0" spcFirstLastPara="1" rIns="0" wrap="square" tIns="0">
            <a:normAutofit/>
          </a:bodyPr>
          <a:lstStyle>
            <a:lvl1pPr indent="-342900" lvl="0" marL="457200" algn="l">
              <a:lnSpc>
                <a:spcPct val="110000"/>
              </a:lnSpc>
              <a:spcBef>
                <a:spcPts val="1000"/>
              </a:spcBef>
              <a:spcAft>
                <a:spcPts val="0"/>
              </a:spcAft>
              <a:buClr>
                <a:schemeClr val="lt1"/>
              </a:buClr>
              <a:buSzPts val="1800"/>
              <a:buChar char="•"/>
              <a:defRPr/>
            </a:lvl1pPr>
            <a:lvl2pPr indent="-342900" lvl="1" marL="914400" algn="l">
              <a:lnSpc>
                <a:spcPct val="110000"/>
              </a:lnSpc>
              <a:spcBef>
                <a:spcPts val="800"/>
              </a:spcBef>
              <a:spcAft>
                <a:spcPts val="0"/>
              </a:spcAft>
              <a:buClr>
                <a:schemeClr val="lt1"/>
              </a:buClr>
              <a:buSzPts val="1800"/>
              <a:buChar char="•"/>
              <a:defRPr/>
            </a:lvl2pPr>
            <a:lvl3pPr indent="-342900" lvl="2" marL="1371600" algn="l">
              <a:lnSpc>
                <a:spcPct val="110000"/>
              </a:lnSpc>
              <a:spcBef>
                <a:spcPts val="800"/>
              </a:spcBef>
              <a:spcAft>
                <a:spcPts val="0"/>
              </a:spcAft>
              <a:buClr>
                <a:schemeClr val="lt1"/>
              </a:buClr>
              <a:buSzPts val="1800"/>
              <a:buChar char="•"/>
              <a:defRPr/>
            </a:lvl3pPr>
            <a:lvl4pPr indent="-342900" lvl="3" marL="1828800" algn="l">
              <a:lnSpc>
                <a:spcPct val="110000"/>
              </a:lnSpc>
              <a:spcBef>
                <a:spcPts val="800"/>
              </a:spcBef>
              <a:spcAft>
                <a:spcPts val="0"/>
              </a:spcAft>
              <a:buClr>
                <a:schemeClr val="lt1"/>
              </a:buClr>
              <a:buSzPts val="1800"/>
              <a:buChar char="•"/>
              <a:defRPr/>
            </a:lvl4pPr>
            <a:lvl5pPr indent="-342900" lvl="4" marL="2286000" algn="l">
              <a:lnSpc>
                <a:spcPct val="110000"/>
              </a:lnSpc>
              <a:spcBef>
                <a:spcPts val="800"/>
              </a:spcBef>
              <a:spcAft>
                <a:spcPts val="0"/>
              </a:spcAft>
              <a:buClr>
                <a:schemeClr val="lt1"/>
              </a:buClr>
              <a:buSzPts val="1800"/>
              <a:buChar char="•"/>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15" name="Google Shape;115;p19"/>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6" name="Google Shape;116;p19"/>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19"/>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18" name="Shape 118"/>
        <p:cNvGrpSpPr/>
        <p:nvPr/>
      </p:nvGrpSpPr>
      <p:grpSpPr>
        <a:xfrm>
          <a:off x="0" y="0"/>
          <a:ext cx="0" cy="0"/>
          <a:chOff x="0" y="0"/>
          <a:chExt cx="0" cy="0"/>
        </a:xfrm>
      </p:grpSpPr>
      <p:grpSp>
        <p:nvGrpSpPr>
          <p:cNvPr id="119" name="Google Shape;119;p20"/>
          <p:cNvGrpSpPr/>
          <p:nvPr/>
        </p:nvGrpSpPr>
        <p:grpSpPr>
          <a:xfrm>
            <a:off x="242406" y="748159"/>
            <a:ext cx="897877" cy="934082"/>
            <a:chOff x="5129684" y="1232940"/>
            <a:chExt cx="897877" cy="934082"/>
          </a:xfrm>
        </p:grpSpPr>
        <p:sp>
          <p:nvSpPr>
            <p:cNvPr id="120" name="Google Shape;120;p20"/>
            <p:cNvSpPr/>
            <p:nvPr/>
          </p:nvSpPr>
          <p:spPr>
            <a:xfrm rot="1800000">
              <a:off x="5356930" y="1363788"/>
              <a:ext cx="621086" cy="364601"/>
            </a:xfrm>
            <a:custGeom>
              <a:rect b="b" l="l" r="r" t="t"/>
              <a:pathLst>
                <a:path extrusionOk="0" h="317" w="540">
                  <a:moveTo>
                    <a:pt x="266" y="0"/>
                  </a:moveTo>
                  <a:lnTo>
                    <a:pt x="0" y="158"/>
                  </a:lnTo>
                  <a:lnTo>
                    <a:pt x="266" y="317"/>
                  </a:lnTo>
                  <a:lnTo>
                    <a:pt x="540" y="158"/>
                  </a:lnTo>
                  <a:lnTo>
                    <a:pt x="266" y="0"/>
                  </a:lnTo>
                  <a:close/>
                </a:path>
              </a:pathLst>
            </a:custGeom>
            <a:gradFill>
              <a:gsLst>
                <a:gs pos="0">
                  <a:srgbClr val="2B274A">
                    <a:alpha val="20000"/>
                  </a:srgbClr>
                </a:gs>
                <a:gs pos="20000">
                  <a:srgbClr val="2B274A">
                    <a:alpha val="20000"/>
                  </a:srgbClr>
                </a:gs>
                <a:gs pos="100000">
                  <a:srgbClr val="59EFC0">
                    <a:alpha val="20000"/>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21" name="Google Shape;121;p20"/>
            <p:cNvSpPr/>
            <p:nvPr/>
          </p:nvSpPr>
          <p:spPr>
            <a:xfrm rot="1800000">
              <a:off x="5243759" y="1430747"/>
              <a:ext cx="305942" cy="538275"/>
            </a:xfrm>
            <a:custGeom>
              <a:rect b="b" l="l" r="r" t="t"/>
              <a:pathLst>
                <a:path extrusionOk="0" h="468" w="266">
                  <a:moveTo>
                    <a:pt x="266" y="468"/>
                  </a:moveTo>
                  <a:lnTo>
                    <a:pt x="0" y="310"/>
                  </a:lnTo>
                  <a:lnTo>
                    <a:pt x="0" y="310"/>
                  </a:lnTo>
                  <a:lnTo>
                    <a:pt x="0" y="0"/>
                  </a:lnTo>
                  <a:lnTo>
                    <a:pt x="0" y="0"/>
                  </a:lnTo>
                  <a:lnTo>
                    <a:pt x="266" y="159"/>
                  </a:lnTo>
                  <a:lnTo>
                    <a:pt x="266" y="468"/>
                  </a:lnTo>
                  <a:close/>
                </a:path>
              </a:pathLst>
            </a:custGeom>
            <a:gradFill>
              <a:gsLst>
                <a:gs pos="0">
                  <a:srgbClr val="2B274A">
                    <a:alpha val="20000"/>
                  </a:srgbClr>
                </a:gs>
                <a:gs pos="20000">
                  <a:srgbClr val="2B274A">
                    <a:alpha val="20000"/>
                  </a:srgbClr>
                </a:gs>
                <a:gs pos="100000">
                  <a:srgbClr val="59EFC0">
                    <a:alpha val="20000"/>
                  </a:srgbClr>
                </a:gs>
              </a:gsLst>
              <a:lin ang="19799999"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22" name="Google Shape;122;p20"/>
            <p:cNvSpPr/>
            <p:nvPr/>
          </p:nvSpPr>
          <p:spPr>
            <a:xfrm rot="1800000">
              <a:off x="5508097" y="1586019"/>
              <a:ext cx="315144" cy="538275"/>
            </a:xfrm>
            <a:custGeom>
              <a:rect b="b" l="l" r="r" t="t"/>
              <a:pathLst>
                <a:path extrusionOk="0" h="468" w="274">
                  <a:moveTo>
                    <a:pt x="274" y="0"/>
                  </a:moveTo>
                  <a:lnTo>
                    <a:pt x="274" y="310"/>
                  </a:lnTo>
                  <a:lnTo>
                    <a:pt x="274" y="310"/>
                  </a:lnTo>
                  <a:lnTo>
                    <a:pt x="0" y="468"/>
                  </a:lnTo>
                  <a:lnTo>
                    <a:pt x="0" y="159"/>
                  </a:lnTo>
                  <a:lnTo>
                    <a:pt x="274" y="0"/>
                  </a:lnTo>
                  <a:lnTo>
                    <a:pt x="274" y="0"/>
                  </a:lnTo>
                  <a:close/>
                </a:path>
              </a:pathLst>
            </a:custGeom>
            <a:gradFill>
              <a:gsLst>
                <a:gs pos="0">
                  <a:srgbClr val="2B274A">
                    <a:alpha val="20000"/>
                  </a:srgbClr>
                </a:gs>
                <a:gs pos="20000">
                  <a:srgbClr val="2B274A">
                    <a:alpha val="20000"/>
                  </a:srgbClr>
                </a:gs>
                <a:gs pos="100000">
                  <a:srgbClr val="59EFC0">
                    <a:alpha val="20000"/>
                  </a:srgbClr>
                </a:gs>
              </a:gsLst>
              <a:lin ang="18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123" name="Google Shape;123;p20"/>
          <p:cNvSpPr txBox="1"/>
          <p:nvPr>
            <p:ph type="title"/>
          </p:nvPr>
        </p:nvSpPr>
        <p:spPr>
          <a:xfrm>
            <a:off x="563563" y="474345"/>
            <a:ext cx="11077574" cy="2954655"/>
          </a:xfrm>
          <a:prstGeom prst="rect">
            <a:avLst/>
          </a:prstGeom>
          <a:noFill/>
          <a:ln>
            <a:noFill/>
          </a:ln>
        </p:spPr>
        <p:txBody>
          <a:bodyPr anchorCtr="0" anchor="b" bIns="0" lIns="0" spcFirstLastPara="1" rIns="0" wrap="square" tIns="0">
            <a:normAutofit/>
          </a:bodyPr>
          <a:lstStyle>
            <a:lvl1pPr lvl="0" algn="l">
              <a:lnSpc>
                <a:spcPct val="90000"/>
              </a:lnSpc>
              <a:spcBef>
                <a:spcPts val="0"/>
              </a:spcBef>
              <a:spcAft>
                <a:spcPts val="0"/>
              </a:spcAft>
              <a:buClr>
                <a:schemeClr val="lt1"/>
              </a:buClr>
              <a:buSzPts val="6400"/>
              <a:buFont typeface="Play"/>
              <a:buNone/>
              <a:defRPr sz="6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4" name="Google Shape;124;p20"/>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5" name="Google Shape;125;p20"/>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20"/>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27" name="Google Shape;127;p20"/>
          <p:cNvSpPr txBox="1"/>
          <p:nvPr>
            <p:ph idx="1" type="body"/>
          </p:nvPr>
        </p:nvSpPr>
        <p:spPr>
          <a:xfrm>
            <a:off x="566271" y="3629772"/>
            <a:ext cx="11074866" cy="2678953"/>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0"/>
              </a:spcBef>
              <a:spcAft>
                <a:spcPts val="0"/>
              </a:spcAft>
              <a:buClr>
                <a:schemeClr val="lt1"/>
              </a:buClr>
              <a:buSzPts val="2400"/>
              <a:buNone/>
              <a:defRPr sz="2400">
                <a:solidFill>
                  <a:schemeClr val="lt1"/>
                </a:solidFill>
              </a:defRPr>
            </a:lvl1pPr>
            <a:lvl2pPr indent="-228600" lvl="1" marL="914400" algn="l">
              <a:lnSpc>
                <a:spcPct val="110000"/>
              </a:lnSpc>
              <a:spcBef>
                <a:spcPts val="800"/>
              </a:spcBef>
              <a:spcAft>
                <a:spcPts val="0"/>
              </a:spcAft>
              <a:buClr>
                <a:schemeClr val="lt1"/>
              </a:buClr>
              <a:buSzPts val="2000"/>
              <a:buNone/>
              <a:defRPr sz="2000">
                <a:solidFill>
                  <a:schemeClr val="lt1"/>
                </a:solidFill>
              </a:defRPr>
            </a:lvl2pPr>
            <a:lvl3pPr indent="-228600" lvl="2" marL="1371600" algn="l">
              <a:lnSpc>
                <a:spcPct val="110000"/>
              </a:lnSpc>
              <a:spcBef>
                <a:spcPts val="800"/>
              </a:spcBef>
              <a:spcAft>
                <a:spcPts val="0"/>
              </a:spcAft>
              <a:buClr>
                <a:schemeClr val="lt1"/>
              </a:buClr>
              <a:buSzPts val="1800"/>
              <a:buNone/>
              <a:defRPr sz="1800">
                <a:solidFill>
                  <a:schemeClr val="lt1"/>
                </a:solidFill>
              </a:defRPr>
            </a:lvl3pPr>
            <a:lvl4pPr indent="-228600" lvl="3" marL="1828800" algn="l">
              <a:lnSpc>
                <a:spcPct val="110000"/>
              </a:lnSpc>
              <a:spcBef>
                <a:spcPts val="800"/>
              </a:spcBef>
              <a:spcAft>
                <a:spcPts val="0"/>
              </a:spcAft>
              <a:buClr>
                <a:schemeClr val="lt1"/>
              </a:buClr>
              <a:buSzPts val="1600"/>
              <a:buNone/>
              <a:defRPr sz="1600">
                <a:solidFill>
                  <a:schemeClr val="lt1"/>
                </a:solidFill>
              </a:defRPr>
            </a:lvl4pPr>
            <a:lvl5pPr indent="-228600" lvl="4" marL="2286000" algn="l">
              <a:lnSpc>
                <a:spcPct val="110000"/>
              </a:lnSpc>
              <a:spcBef>
                <a:spcPts val="800"/>
              </a:spcBef>
              <a:spcAft>
                <a:spcPts val="0"/>
              </a:spcAft>
              <a:buClr>
                <a:schemeClr val="lt1"/>
              </a:buClr>
              <a:buSzPts val="1600"/>
              <a:buNone/>
              <a:defRPr sz="1600">
                <a:solidFill>
                  <a:schemeClr val="lt1"/>
                </a:solidFill>
              </a:defRPr>
            </a:lvl5pPr>
            <a:lvl6pPr indent="-228600" lvl="5" marL="2743200" algn="l">
              <a:lnSpc>
                <a:spcPct val="90000"/>
              </a:lnSpc>
              <a:spcBef>
                <a:spcPts val="800"/>
              </a:spcBef>
              <a:spcAft>
                <a:spcPts val="0"/>
              </a:spcAft>
              <a:buClr>
                <a:schemeClr val="lt1"/>
              </a:buClr>
              <a:buSzPts val="1600"/>
              <a:buNone/>
              <a:defRPr sz="1600">
                <a:solidFill>
                  <a:schemeClr val="lt1"/>
                </a:solidFill>
              </a:defRPr>
            </a:lvl6pPr>
            <a:lvl7pPr indent="-228600" lvl="6" marL="3200400" algn="l">
              <a:lnSpc>
                <a:spcPct val="90000"/>
              </a:lnSpc>
              <a:spcBef>
                <a:spcPts val="500"/>
              </a:spcBef>
              <a:spcAft>
                <a:spcPts val="0"/>
              </a:spcAft>
              <a:buClr>
                <a:schemeClr val="lt1"/>
              </a:buClr>
              <a:buSzPts val="1600"/>
              <a:buNone/>
              <a:defRPr sz="1600">
                <a:solidFill>
                  <a:schemeClr val="lt1"/>
                </a:solidFill>
              </a:defRPr>
            </a:lvl7pPr>
            <a:lvl8pPr indent="-228600" lvl="7" marL="3657600" algn="l">
              <a:lnSpc>
                <a:spcPct val="90000"/>
              </a:lnSpc>
              <a:spcBef>
                <a:spcPts val="500"/>
              </a:spcBef>
              <a:spcAft>
                <a:spcPts val="0"/>
              </a:spcAft>
              <a:buClr>
                <a:schemeClr val="lt1"/>
              </a:buClr>
              <a:buSzPts val="1600"/>
              <a:buNone/>
              <a:defRPr sz="1600">
                <a:solidFill>
                  <a:schemeClr val="lt1"/>
                </a:solidFill>
              </a:defRPr>
            </a:lvl8pPr>
            <a:lvl9pPr indent="-228600" lvl="8" marL="4114800" algn="l">
              <a:lnSpc>
                <a:spcPct val="90000"/>
              </a:lnSpc>
              <a:spcBef>
                <a:spcPts val="500"/>
              </a:spcBef>
              <a:spcAft>
                <a:spcPts val="0"/>
              </a:spcAft>
              <a:buClr>
                <a:schemeClr val="lt1"/>
              </a:buClr>
              <a:buSzPts val="1600"/>
              <a:buNone/>
              <a:defRPr sz="1600">
                <a:solidFill>
                  <a:schemeClr val="lt1"/>
                </a:solidFill>
              </a:defRPr>
            </a:lvl9pPr>
          </a:lstStyle>
          <a:p/>
        </p:txBody>
      </p:sp>
      <p:sp>
        <p:nvSpPr>
          <p:cNvPr id="128" name="Google Shape;128;p20"/>
          <p:cNvSpPr/>
          <p:nvPr/>
        </p:nvSpPr>
        <p:spPr>
          <a:xfrm rot="-2700000">
            <a:off x="11209132" y="4448189"/>
            <a:ext cx="999200" cy="1262947"/>
          </a:xfrm>
          <a:custGeom>
            <a:rect b="b" l="l" r="r" t="t"/>
            <a:pathLst>
              <a:path extrusionOk="0" h="1262947" w="999200">
                <a:moveTo>
                  <a:pt x="540000" y="0"/>
                </a:moveTo>
                <a:lnTo>
                  <a:pt x="999200" y="815317"/>
                </a:lnTo>
                <a:lnTo>
                  <a:pt x="552185" y="1262333"/>
                </a:lnTo>
                <a:lnTo>
                  <a:pt x="540000" y="1262947"/>
                </a:lnTo>
                <a:cubicBezTo>
                  <a:pt x="241766" y="1262947"/>
                  <a:pt x="0" y="1142064"/>
                  <a:pt x="0" y="992947"/>
                </a:cubicBezTo>
                <a:cubicBezTo>
                  <a:pt x="0" y="974307"/>
                  <a:pt x="3778" y="956109"/>
                  <a:pt x="10971" y="938533"/>
                </a:cubicBezTo>
                <a:lnTo>
                  <a:pt x="15626" y="931034"/>
                </a:lnTo>
                <a:close/>
              </a:path>
            </a:pathLst>
          </a:custGeom>
          <a:gradFill>
            <a:gsLst>
              <a:gs pos="0">
                <a:srgbClr val="2B274A"/>
              </a:gs>
              <a:gs pos="30000">
                <a:srgbClr val="2B274A"/>
              </a:gs>
              <a:gs pos="40000">
                <a:srgbClr val="453E75"/>
              </a:gs>
              <a:gs pos="60000">
                <a:srgbClr val="2B274A"/>
              </a:gs>
              <a:gs pos="100000">
                <a:schemeClr val="dk2"/>
              </a:gs>
            </a:gsLst>
            <a:lin ang="10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29" name="Google Shape;129;p20"/>
          <p:cNvSpPr/>
          <p:nvPr/>
        </p:nvSpPr>
        <p:spPr>
          <a:xfrm rot="2700000">
            <a:off x="11686937" y="4853516"/>
            <a:ext cx="540000" cy="978284"/>
          </a:xfrm>
          <a:custGeom>
            <a:rect b="b" l="l" r="r" t="t"/>
            <a:pathLst>
              <a:path extrusionOk="0" h="978284" w="540000">
                <a:moveTo>
                  <a:pt x="113288" y="0"/>
                </a:moveTo>
                <a:lnTo>
                  <a:pt x="539386" y="426099"/>
                </a:lnTo>
                <a:lnTo>
                  <a:pt x="540000" y="438284"/>
                </a:lnTo>
                <a:cubicBezTo>
                  <a:pt x="540000" y="736518"/>
                  <a:pt x="419117" y="978284"/>
                  <a:pt x="270000" y="978284"/>
                </a:cubicBezTo>
                <a:cubicBezTo>
                  <a:pt x="120883" y="978284"/>
                  <a:pt x="0" y="736518"/>
                  <a:pt x="0" y="438284"/>
                </a:cubicBezTo>
                <a:cubicBezTo>
                  <a:pt x="0" y="289167"/>
                  <a:pt x="30220" y="154167"/>
                  <a:pt x="79081" y="56446"/>
                </a:cubicBezTo>
                <a:close/>
              </a:path>
            </a:pathLst>
          </a:cu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30" name="Shape 130"/>
        <p:cNvGrpSpPr/>
        <p:nvPr/>
      </p:nvGrpSpPr>
      <p:grpSpPr>
        <a:xfrm>
          <a:off x="0" y="0"/>
          <a:ext cx="0" cy="0"/>
          <a:chOff x="0" y="0"/>
          <a:chExt cx="0" cy="0"/>
        </a:xfrm>
      </p:grpSpPr>
      <p:sp>
        <p:nvSpPr>
          <p:cNvPr id="131" name="Google Shape;131;p21"/>
          <p:cNvSpPr/>
          <p:nvPr/>
        </p:nvSpPr>
        <p:spPr>
          <a:xfrm>
            <a:off x="11069864" y="333375"/>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132" name="Google Shape;132;p21"/>
          <p:cNvGrpSpPr/>
          <p:nvPr/>
        </p:nvGrpSpPr>
        <p:grpSpPr>
          <a:xfrm>
            <a:off x="233344" y="5384019"/>
            <a:ext cx="828357" cy="828357"/>
            <a:chOff x="2895711" y="1234487"/>
            <a:chExt cx="828357" cy="828357"/>
          </a:xfrm>
        </p:grpSpPr>
        <p:sp>
          <p:nvSpPr>
            <p:cNvPr id="133" name="Google Shape;133;p21"/>
            <p:cNvSpPr/>
            <p:nvPr/>
          </p:nvSpPr>
          <p:spPr>
            <a:xfrm rot="2700000">
              <a:off x="3039890" y="1332929"/>
              <a:ext cx="540000" cy="631474"/>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453E75"/>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34" name="Google Shape;134;p21"/>
            <p:cNvSpPr/>
            <p:nvPr/>
          </p:nvSpPr>
          <p:spPr>
            <a:xfrm rot="8100000">
              <a:off x="3047090" y="1506466"/>
              <a:ext cx="270000" cy="540000"/>
            </a:xfrm>
            <a:prstGeom prst="ellipse">
              <a:avLst/>
            </a:prstGeom>
            <a:gradFill>
              <a:gsLst>
                <a:gs pos="0">
                  <a:srgbClr val="221F3B"/>
                </a:gs>
                <a:gs pos="50000">
                  <a:srgbClr val="221F3B"/>
                </a:gs>
                <a:gs pos="100000">
                  <a:srgbClr val="2B274A"/>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135" name="Google Shape;135;p21"/>
          <p:cNvSpPr txBox="1"/>
          <p:nvPr>
            <p:ph type="title"/>
          </p:nvPr>
        </p:nvSpPr>
        <p:spPr>
          <a:xfrm>
            <a:off x="550863" y="549275"/>
            <a:ext cx="11090274" cy="1332000"/>
          </a:xfrm>
          <a:prstGeom prst="rect">
            <a:avLst/>
          </a:prstGeom>
          <a:noFill/>
          <a:ln>
            <a:noFill/>
          </a:ln>
        </p:spPr>
        <p:txBody>
          <a:bodyPr anchorCtr="0" anchor="t" bIns="0" lIns="0" spcFirstLastPara="1" rIns="0" wrap="square" tIns="0">
            <a:normAutofit/>
          </a:bodyPr>
          <a:lstStyle>
            <a:lvl1pPr lvl="0" algn="l">
              <a:lnSpc>
                <a:spcPct val="100000"/>
              </a:lnSpc>
              <a:spcBef>
                <a:spcPts val="0"/>
              </a:spcBef>
              <a:spcAft>
                <a:spcPts val="0"/>
              </a:spcAft>
              <a:buClr>
                <a:schemeClr val="lt1"/>
              </a:buClr>
              <a:buSzPts val="4800"/>
              <a:buFont typeface="Play"/>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6" name="Google Shape;136;p21"/>
          <p:cNvSpPr txBox="1"/>
          <p:nvPr>
            <p:ph idx="1" type="body"/>
          </p:nvPr>
        </p:nvSpPr>
        <p:spPr>
          <a:xfrm>
            <a:off x="550862" y="2097175"/>
            <a:ext cx="5435600" cy="3995650"/>
          </a:xfrm>
          <a:prstGeom prst="rect">
            <a:avLst/>
          </a:prstGeom>
          <a:noFill/>
          <a:ln>
            <a:noFill/>
          </a:ln>
        </p:spPr>
        <p:txBody>
          <a:bodyPr anchorCtr="0" anchor="t" bIns="0" lIns="0" spcFirstLastPara="1" rIns="0" wrap="square" tIns="0">
            <a:normAutofit/>
          </a:bodyPr>
          <a:lstStyle>
            <a:lvl1pPr indent="-342900" lvl="0" marL="457200" algn="l">
              <a:lnSpc>
                <a:spcPct val="110000"/>
              </a:lnSpc>
              <a:spcBef>
                <a:spcPts val="1000"/>
              </a:spcBef>
              <a:spcAft>
                <a:spcPts val="0"/>
              </a:spcAft>
              <a:buClr>
                <a:schemeClr val="lt1"/>
              </a:buClr>
              <a:buSzPts val="1800"/>
              <a:buChar char="•"/>
              <a:defRPr/>
            </a:lvl1pPr>
            <a:lvl2pPr indent="-342900" lvl="1" marL="914400" algn="l">
              <a:lnSpc>
                <a:spcPct val="110000"/>
              </a:lnSpc>
              <a:spcBef>
                <a:spcPts val="800"/>
              </a:spcBef>
              <a:spcAft>
                <a:spcPts val="0"/>
              </a:spcAft>
              <a:buClr>
                <a:schemeClr val="lt1"/>
              </a:buClr>
              <a:buSzPts val="1800"/>
              <a:buChar char="•"/>
              <a:defRPr/>
            </a:lvl2pPr>
            <a:lvl3pPr indent="-342900" lvl="2" marL="1371600" algn="l">
              <a:lnSpc>
                <a:spcPct val="110000"/>
              </a:lnSpc>
              <a:spcBef>
                <a:spcPts val="800"/>
              </a:spcBef>
              <a:spcAft>
                <a:spcPts val="0"/>
              </a:spcAft>
              <a:buClr>
                <a:schemeClr val="lt1"/>
              </a:buClr>
              <a:buSzPts val="1800"/>
              <a:buChar char="•"/>
              <a:defRPr/>
            </a:lvl3pPr>
            <a:lvl4pPr indent="-342900" lvl="3" marL="1828800" algn="l">
              <a:lnSpc>
                <a:spcPct val="110000"/>
              </a:lnSpc>
              <a:spcBef>
                <a:spcPts val="800"/>
              </a:spcBef>
              <a:spcAft>
                <a:spcPts val="0"/>
              </a:spcAft>
              <a:buClr>
                <a:schemeClr val="lt1"/>
              </a:buClr>
              <a:buSzPts val="1800"/>
              <a:buChar char="•"/>
              <a:defRPr/>
            </a:lvl4pPr>
            <a:lvl5pPr indent="-342900" lvl="4" marL="2286000" algn="l">
              <a:lnSpc>
                <a:spcPct val="110000"/>
              </a:lnSpc>
              <a:spcBef>
                <a:spcPts val="800"/>
              </a:spcBef>
              <a:spcAft>
                <a:spcPts val="0"/>
              </a:spcAft>
              <a:buClr>
                <a:schemeClr val="lt1"/>
              </a:buClr>
              <a:buSzPts val="1800"/>
              <a:buChar char="•"/>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37" name="Google Shape;137;p21"/>
          <p:cNvSpPr txBox="1"/>
          <p:nvPr>
            <p:ph idx="2" type="body"/>
          </p:nvPr>
        </p:nvSpPr>
        <p:spPr>
          <a:xfrm>
            <a:off x="6205538" y="2097175"/>
            <a:ext cx="5435600" cy="3995650"/>
          </a:xfrm>
          <a:prstGeom prst="rect">
            <a:avLst/>
          </a:prstGeom>
          <a:noFill/>
          <a:ln>
            <a:noFill/>
          </a:ln>
        </p:spPr>
        <p:txBody>
          <a:bodyPr anchorCtr="0" anchor="t" bIns="0" lIns="0" spcFirstLastPara="1" rIns="0" wrap="square" tIns="0">
            <a:normAutofit/>
          </a:bodyPr>
          <a:lstStyle>
            <a:lvl1pPr indent="-342900" lvl="0" marL="457200" algn="l">
              <a:lnSpc>
                <a:spcPct val="110000"/>
              </a:lnSpc>
              <a:spcBef>
                <a:spcPts val="1000"/>
              </a:spcBef>
              <a:spcAft>
                <a:spcPts val="0"/>
              </a:spcAft>
              <a:buClr>
                <a:schemeClr val="lt1"/>
              </a:buClr>
              <a:buSzPts val="1800"/>
              <a:buChar char="•"/>
              <a:defRPr/>
            </a:lvl1pPr>
            <a:lvl2pPr indent="-342900" lvl="1" marL="914400" algn="l">
              <a:lnSpc>
                <a:spcPct val="110000"/>
              </a:lnSpc>
              <a:spcBef>
                <a:spcPts val="800"/>
              </a:spcBef>
              <a:spcAft>
                <a:spcPts val="0"/>
              </a:spcAft>
              <a:buClr>
                <a:schemeClr val="lt1"/>
              </a:buClr>
              <a:buSzPts val="1800"/>
              <a:buChar char="•"/>
              <a:defRPr/>
            </a:lvl2pPr>
            <a:lvl3pPr indent="-342900" lvl="2" marL="1371600" algn="l">
              <a:lnSpc>
                <a:spcPct val="110000"/>
              </a:lnSpc>
              <a:spcBef>
                <a:spcPts val="800"/>
              </a:spcBef>
              <a:spcAft>
                <a:spcPts val="0"/>
              </a:spcAft>
              <a:buClr>
                <a:schemeClr val="lt1"/>
              </a:buClr>
              <a:buSzPts val="1800"/>
              <a:buChar char="•"/>
              <a:defRPr/>
            </a:lvl3pPr>
            <a:lvl4pPr indent="-342900" lvl="3" marL="1828800" algn="l">
              <a:lnSpc>
                <a:spcPct val="110000"/>
              </a:lnSpc>
              <a:spcBef>
                <a:spcPts val="800"/>
              </a:spcBef>
              <a:spcAft>
                <a:spcPts val="0"/>
              </a:spcAft>
              <a:buClr>
                <a:schemeClr val="lt1"/>
              </a:buClr>
              <a:buSzPts val="1800"/>
              <a:buChar char="•"/>
              <a:defRPr/>
            </a:lvl4pPr>
            <a:lvl5pPr indent="-342900" lvl="4" marL="2286000" algn="l">
              <a:lnSpc>
                <a:spcPct val="110000"/>
              </a:lnSpc>
              <a:spcBef>
                <a:spcPts val="800"/>
              </a:spcBef>
              <a:spcAft>
                <a:spcPts val="0"/>
              </a:spcAft>
              <a:buClr>
                <a:schemeClr val="lt1"/>
              </a:buClr>
              <a:buSzPts val="1800"/>
              <a:buChar char="•"/>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38" name="Google Shape;138;p21"/>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9" name="Google Shape;139;p21"/>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0" name="Google Shape;140;p21"/>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41" name="Shape 141"/>
        <p:cNvGrpSpPr/>
        <p:nvPr/>
      </p:nvGrpSpPr>
      <p:grpSpPr>
        <a:xfrm>
          <a:off x="0" y="0"/>
          <a:ext cx="0" cy="0"/>
          <a:chOff x="0" y="0"/>
          <a:chExt cx="0" cy="0"/>
        </a:xfrm>
      </p:grpSpPr>
      <p:sp>
        <p:nvSpPr>
          <p:cNvPr id="142" name="Google Shape;142;p22"/>
          <p:cNvSpPr/>
          <p:nvPr/>
        </p:nvSpPr>
        <p:spPr>
          <a:xfrm>
            <a:off x="11091612" y="5893466"/>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43" name="Google Shape;143;p22"/>
          <p:cNvSpPr/>
          <p:nvPr/>
        </p:nvSpPr>
        <p:spPr>
          <a:xfrm>
            <a:off x="11451612" y="5827878"/>
            <a:ext cx="379049" cy="360000"/>
          </a:xfrm>
          <a:prstGeom prst="rect">
            <a:avLst/>
          </a:prstGeom>
          <a:solidFill>
            <a:schemeClr val="dk2">
              <a:alpha val="80000"/>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44" name="Google Shape;144;p22"/>
          <p:cNvSpPr txBox="1"/>
          <p:nvPr>
            <p:ph type="title"/>
          </p:nvPr>
        </p:nvSpPr>
        <p:spPr>
          <a:xfrm>
            <a:off x="550862" y="549275"/>
            <a:ext cx="11097551" cy="13320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lt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5" name="Google Shape;145;p22"/>
          <p:cNvSpPr txBox="1"/>
          <p:nvPr>
            <p:ph idx="1" type="body"/>
          </p:nvPr>
        </p:nvSpPr>
        <p:spPr>
          <a:xfrm>
            <a:off x="550864" y="1881275"/>
            <a:ext cx="5437186" cy="535354"/>
          </a:xfrm>
          <a:prstGeom prst="rect">
            <a:avLst/>
          </a:prstGeom>
          <a:noFill/>
          <a:ln>
            <a:noFill/>
          </a:ln>
        </p:spPr>
        <p:txBody>
          <a:bodyPr anchorCtr="0" anchor="b" bIns="0" lIns="0" spcFirstLastPara="1" rIns="0" wrap="square" tIns="0">
            <a:normAutofit/>
          </a:bodyPr>
          <a:lstStyle>
            <a:lvl1pPr indent="-228600" lvl="0" marL="457200" algn="l">
              <a:lnSpc>
                <a:spcPct val="110000"/>
              </a:lnSpc>
              <a:spcBef>
                <a:spcPts val="1000"/>
              </a:spcBef>
              <a:spcAft>
                <a:spcPts val="0"/>
              </a:spcAft>
              <a:buClr>
                <a:schemeClr val="lt1"/>
              </a:buClr>
              <a:buSzPts val="1400"/>
              <a:buNone/>
              <a:defRPr b="0" sz="1400" cap="none">
                <a:solidFill>
                  <a:schemeClr val="lt1"/>
                </a:solidFill>
                <a:latin typeface="Gill Sans"/>
                <a:ea typeface="Gill Sans"/>
                <a:cs typeface="Gill Sans"/>
                <a:sym typeface="Gill Sans"/>
              </a:defRPr>
            </a:lvl1pPr>
            <a:lvl2pPr indent="-228600" lvl="1" marL="914400" algn="l">
              <a:lnSpc>
                <a:spcPct val="110000"/>
              </a:lnSpc>
              <a:spcBef>
                <a:spcPts val="800"/>
              </a:spcBef>
              <a:spcAft>
                <a:spcPts val="0"/>
              </a:spcAft>
              <a:buClr>
                <a:schemeClr val="lt1"/>
              </a:buClr>
              <a:buSzPts val="2000"/>
              <a:buNone/>
              <a:defRPr b="1" sz="2000"/>
            </a:lvl2pPr>
            <a:lvl3pPr indent="-228600" lvl="2" marL="1371600" algn="l">
              <a:lnSpc>
                <a:spcPct val="110000"/>
              </a:lnSpc>
              <a:spcBef>
                <a:spcPts val="800"/>
              </a:spcBef>
              <a:spcAft>
                <a:spcPts val="0"/>
              </a:spcAft>
              <a:buClr>
                <a:schemeClr val="lt1"/>
              </a:buClr>
              <a:buSzPts val="1800"/>
              <a:buNone/>
              <a:defRPr b="1" sz="1800"/>
            </a:lvl3pPr>
            <a:lvl4pPr indent="-228600" lvl="3" marL="1828800" algn="l">
              <a:lnSpc>
                <a:spcPct val="110000"/>
              </a:lnSpc>
              <a:spcBef>
                <a:spcPts val="800"/>
              </a:spcBef>
              <a:spcAft>
                <a:spcPts val="0"/>
              </a:spcAft>
              <a:buClr>
                <a:schemeClr val="lt1"/>
              </a:buClr>
              <a:buSzPts val="1600"/>
              <a:buNone/>
              <a:defRPr b="1" sz="1600"/>
            </a:lvl4pPr>
            <a:lvl5pPr indent="-228600" lvl="4" marL="2286000" algn="l">
              <a:lnSpc>
                <a:spcPct val="110000"/>
              </a:lnSpc>
              <a:spcBef>
                <a:spcPts val="800"/>
              </a:spcBef>
              <a:spcAft>
                <a:spcPts val="0"/>
              </a:spcAft>
              <a:buClr>
                <a:schemeClr val="lt1"/>
              </a:buClr>
              <a:buSzPts val="1600"/>
              <a:buNone/>
              <a:defRPr b="1" sz="1600"/>
            </a:lvl5pPr>
            <a:lvl6pPr indent="-228600" lvl="5" marL="2743200" algn="l">
              <a:lnSpc>
                <a:spcPct val="90000"/>
              </a:lnSpc>
              <a:spcBef>
                <a:spcPts val="800"/>
              </a:spcBef>
              <a:spcAft>
                <a:spcPts val="0"/>
              </a:spcAft>
              <a:buClr>
                <a:schemeClr val="lt1"/>
              </a:buClr>
              <a:buSzPts val="1600"/>
              <a:buNone/>
              <a:defRPr b="1" sz="1600"/>
            </a:lvl6pPr>
            <a:lvl7pPr indent="-228600" lvl="6" marL="3200400" algn="l">
              <a:lnSpc>
                <a:spcPct val="90000"/>
              </a:lnSpc>
              <a:spcBef>
                <a:spcPts val="500"/>
              </a:spcBef>
              <a:spcAft>
                <a:spcPts val="0"/>
              </a:spcAft>
              <a:buClr>
                <a:schemeClr val="lt1"/>
              </a:buClr>
              <a:buSzPts val="1600"/>
              <a:buNone/>
              <a:defRPr b="1" sz="1600"/>
            </a:lvl7pPr>
            <a:lvl8pPr indent="-228600" lvl="7" marL="3657600" algn="l">
              <a:lnSpc>
                <a:spcPct val="90000"/>
              </a:lnSpc>
              <a:spcBef>
                <a:spcPts val="500"/>
              </a:spcBef>
              <a:spcAft>
                <a:spcPts val="0"/>
              </a:spcAft>
              <a:buClr>
                <a:schemeClr val="lt1"/>
              </a:buClr>
              <a:buSzPts val="1600"/>
              <a:buNone/>
              <a:defRPr b="1" sz="1600"/>
            </a:lvl8pPr>
            <a:lvl9pPr indent="-228600" lvl="8" marL="4114800" algn="l">
              <a:lnSpc>
                <a:spcPct val="90000"/>
              </a:lnSpc>
              <a:spcBef>
                <a:spcPts val="500"/>
              </a:spcBef>
              <a:spcAft>
                <a:spcPts val="0"/>
              </a:spcAft>
              <a:buClr>
                <a:schemeClr val="lt1"/>
              </a:buClr>
              <a:buSzPts val="1600"/>
              <a:buNone/>
              <a:defRPr b="1" sz="1600"/>
            </a:lvl9pPr>
          </a:lstStyle>
          <a:p/>
        </p:txBody>
      </p:sp>
      <p:sp>
        <p:nvSpPr>
          <p:cNvPr id="146" name="Google Shape;146;p22"/>
          <p:cNvSpPr txBox="1"/>
          <p:nvPr>
            <p:ph idx="2" type="body"/>
          </p:nvPr>
        </p:nvSpPr>
        <p:spPr>
          <a:xfrm>
            <a:off x="550863" y="2577270"/>
            <a:ext cx="5429114" cy="3515555"/>
          </a:xfrm>
          <a:prstGeom prst="rect">
            <a:avLst/>
          </a:prstGeom>
          <a:noFill/>
          <a:ln>
            <a:noFill/>
          </a:ln>
        </p:spPr>
        <p:txBody>
          <a:bodyPr anchorCtr="0" anchor="t" bIns="0" lIns="0" spcFirstLastPara="1" rIns="0" wrap="square" tIns="0">
            <a:normAutofit/>
          </a:bodyPr>
          <a:lstStyle>
            <a:lvl1pPr indent="-342900" lvl="0" marL="457200" algn="l">
              <a:lnSpc>
                <a:spcPct val="110000"/>
              </a:lnSpc>
              <a:spcBef>
                <a:spcPts val="1000"/>
              </a:spcBef>
              <a:spcAft>
                <a:spcPts val="0"/>
              </a:spcAft>
              <a:buClr>
                <a:schemeClr val="lt1"/>
              </a:buClr>
              <a:buSzPts val="1800"/>
              <a:buChar char="•"/>
              <a:defRPr/>
            </a:lvl1pPr>
            <a:lvl2pPr indent="-342900" lvl="1" marL="914400" algn="l">
              <a:lnSpc>
                <a:spcPct val="110000"/>
              </a:lnSpc>
              <a:spcBef>
                <a:spcPts val="800"/>
              </a:spcBef>
              <a:spcAft>
                <a:spcPts val="0"/>
              </a:spcAft>
              <a:buClr>
                <a:schemeClr val="lt1"/>
              </a:buClr>
              <a:buSzPts val="1800"/>
              <a:buChar char="•"/>
              <a:defRPr/>
            </a:lvl2pPr>
            <a:lvl3pPr indent="-342900" lvl="2" marL="1371600" algn="l">
              <a:lnSpc>
                <a:spcPct val="110000"/>
              </a:lnSpc>
              <a:spcBef>
                <a:spcPts val="800"/>
              </a:spcBef>
              <a:spcAft>
                <a:spcPts val="0"/>
              </a:spcAft>
              <a:buClr>
                <a:schemeClr val="lt1"/>
              </a:buClr>
              <a:buSzPts val="1800"/>
              <a:buChar char="•"/>
              <a:defRPr/>
            </a:lvl3pPr>
            <a:lvl4pPr indent="-342900" lvl="3" marL="1828800" algn="l">
              <a:lnSpc>
                <a:spcPct val="110000"/>
              </a:lnSpc>
              <a:spcBef>
                <a:spcPts val="800"/>
              </a:spcBef>
              <a:spcAft>
                <a:spcPts val="0"/>
              </a:spcAft>
              <a:buClr>
                <a:schemeClr val="lt1"/>
              </a:buClr>
              <a:buSzPts val="1800"/>
              <a:buChar char="•"/>
              <a:defRPr/>
            </a:lvl4pPr>
            <a:lvl5pPr indent="-342900" lvl="4" marL="2286000" algn="l">
              <a:lnSpc>
                <a:spcPct val="110000"/>
              </a:lnSpc>
              <a:spcBef>
                <a:spcPts val="800"/>
              </a:spcBef>
              <a:spcAft>
                <a:spcPts val="0"/>
              </a:spcAft>
              <a:buClr>
                <a:schemeClr val="lt1"/>
              </a:buClr>
              <a:buSzPts val="1800"/>
              <a:buChar char="•"/>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47" name="Google Shape;147;p22"/>
          <p:cNvSpPr txBox="1"/>
          <p:nvPr>
            <p:ph idx="3" type="body"/>
          </p:nvPr>
        </p:nvSpPr>
        <p:spPr>
          <a:xfrm>
            <a:off x="6212024" y="1881275"/>
            <a:ext cx="5436392" cy="535354"/>
          </a:xfrm>
          <a:prstGeom prst="rect">
            <a:avLst/>
          </a:prstGeom>
          <a:noFill/>
          <a:ln>
            <a:noFill/>
          </a:ln>
        </p:spPr>
        <p:txBody>
          <a:bodyPr anchorCtr="0" anchor="b" bIns="0" lIns="0" spcFirstLastPara="1" rIns="0" wrap="square" tIns="0">
            <a:normAutofit/>
          </a:bodyPr>
          <a:lstStyle>
            <a:lvl1pPr indent="-317500" lvl="0" marL="457200" algn="l">
              <a:lnSpc>
                <a:spcPct val="110000"/>
              </a:lnSpc>
              <a:spcBef>
                <a:spcPts val="1000"/>
              </a:spcBef>
              <a:spcAft>
                <a:spcPts val="0"/>
              </a:spcAft>
              <a:buClr>
                <a:schemeClr val="lt1"/>
              </a:buClr>
              <a:buSzPts val="1400"/>
              <a:buChar char="•"/>
              <a:defRPr b="0" sz="1400" cap="none">
                <a:solidFill>
                  <a:schemeClr val="lt1"/>
                </a:solidFill>
              </a:defRPr>
            </a:lvl1pPr>
            <a:lvl2pPr indent="-342900" lvl="1" marL="914400" algn="l">
              <a:lnSpc>
                <a:spcPct val="110000"/>
              </a:lnSpc>
              <a:spcBef>
                <a:spcPts val="800"/>
              </a:spcBef>
              <a:spcAft>
                <a:spcPts val="0"/>
              </a:spcAft>
              <a:buClr>
                <a:schemeClr val="lt1"/>
              </a:buClr>
              <a:buSzPts val="1800"/>
              <a:buChar char="•"/>
              <a:defRPr/>
            </a:lvl2pPr>
            <a:lvl3pPr indent="-342900" lvl="2" marL="1371600" algn="l">
              <a:lnSpc>
                <a:spcPct val="110000"/>
              </a:lnSpc>
              <a:spcBef>
                <a:spcPts val="800"/>
              </a:spcBef>
              <a:spcAft>
                <a:spcPts val="0"/>
              </a:spcAft>
              <a:buClr>
                <a:schemeClr val="lt1"/>
              </a:buClr>
              <a:buSzPts val="1800"/>
              <a:buChar char="•"/>
              <a:defRPr/>
            </a:lvl3pPr>
            <a:lvl4pPr indent="-342900" lvl="3" marL="1828800" algn="l">
              <a:lnSpc>
                <a:spcPct val="110000"/>
              </a:lnSpc>
              <a:spcBef>
                <a:spcPts val="800"/>
              </a:spcBef>
              <a:spcAft>
                <a:spcPts val="0"/>
              </a:spcAft>
              <a:buClr>
                <a:schemeClr val="lt1"/>
              </a:buClr>
              <a:buSzPts val="1800"/>
              <a:buChar char="•"/>
              <a:defRPr/>
            </a:lvl4pPr>
            <a:lvl5pPr indent="-342900" lvl="4" marL="2286000" algn="l">
              <a:lnSpc>
                <a:spcPct val="110000"/>
              </a:lnSpc>
              <a:spcBef>
                <a:spcPts val="800"/>
              </a:spcBef>
              <a:spcAft>
                <a:spcPts val="0"/>
              </a:spcAft>
              <a:buClr>
                <a:schemeClr val="lt1"/>
              </a:buClr>
              <a:buSzPts val="1800"/>
              <a:buChar char="•"/>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48" name="Google Shape;148;p22"/>
          <p:cNvSpPr txBox="1"/>
          <p:nvPr>
            <p:ph idx="4" type="body"/>
          </p:nvPr>
        </p:nvSpPr>
        <p:spPr>
          <a:xfrm>
            <a:off x="6212023" y="2577270"/>
            <a:ext cx="5436391" cy="3515555"/>
          </a:xfrm>
          <a:prstGeom prst="rect">
            <a:avLst/>
          </a:prstGeom>
          <a:noFill/>
          <a:ln>
            <a:noFill/>
          </a:ln>
        </p:spPr>
        <p:txBody>
          <a:bodyPr anchorCtr="0" anchor="t" bIns="0" lIns="0" spcFirstLastPara="1" rIns="0" wrap="square" tIns="0">
            <a:normAutofit/>
          </a:bodyPr>
          <a:lstStyle>
            <a:lvl1pPr indent="-342900" lvl="0" marL="457200" algn="l">
              <a:lnSpc>
                <a:spcPct val="110000"/>
              </a:lnSpc>
              <a:spcBef>
                <a:spcPts val="1000"/>
              </a:spcBef>
              <a:spcAft>
                <a:spcPts val="0"/>
              </a:spcAft>
              <a:buClr>
                <a:schemeClr val="lt1"/>
              </a:buClr>
              <a:buSzPts val="1800"/>
              <a:buChar char="•"/>
              <a:defRPr/>
            </a:lvl1pPr>
            <a:lvl2pPr indent="-342900" lvl="1" marL="914400" algn="l">
              <a:lnSpc>
                <a:spcPct val="110000"/>
              </a:lnSpc>
              <a:spcBef>
                <a:spcPts val="800"/>
              </a:spcBef>
              <a:spcAft>
                <a:spcPts val="0"/>
              </a:spcAft>
              <a:buClr>
                <a:schemeClr val="lt1"/>
              </a:buClr>
              <a:buSzPts val="1800"/>
              <a:buChar char="•"/>
              <a:defRPr/>
            </a:lvl2pPr>
            <a:lvl3pPr indent="-342900" lvl="2" marL="1371600" algn="l">
              <a:lnSpc>
                <a:spcPct val="110000"/>
              </a:lnSpc>
              <a:spcBef>
                <a:spcPts val="800"/>
              </a:spcBef>
              <a:spcAft>
                <a:spcPts val="0"/>
              </a:spcAft>
              <a:buClr>
                <a:schemeClr val="lt1"/>
              </a:buClr>
              <a:buSzPts val="1800"/>
              <a:buChar char="•"/>
              <a:defRPr/>
            </a:lvl3pPr>
            <a:lvl4pPr indent="-342900" lvl="3" marL="1828800" algn="l">
              <a:lnSpc>
                <a:spcPct val="110000"/>
              </a:lnSpc>
              <a:spcBef>
                <a:spcPts val="800"/>
              </a:spcBef>
              <a:spcAft>
                <a:spcPts val="0"/>
              </a:spcAft>
              <a:buClr>
                <a:schemeClr val="lt1"/>
              </a:buClr>
              <a:buSzPts val="1800"/>
              <a:buChar char="•"/>
              <a:defRPr/>
            </a:lvl4pPr>
            <a:lvl5pPr indent="-342900" lvl="4" marL="2286000" algn="l">
              <a:lnSpc>
                <a:spcPct val="110000"/>
              </a:lnSpc>
              <a:spcBef>
                <a:spcPts val="800"/>
              </a:spcBef>
              <a:spcAft>
                <a:spcPts val="0"/>
              </a:spcAft>
              <a:buClr>
                <a:schemeClr val="lt1"/>
              </a:buClr>
              <a:buSzPts val="1800"/>
              <a:buChar char="•"/>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49" name="Google Shape;149;p22"/>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0" name="Google Shape;150;p22"/>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1" name="Google Shape;151;p22"/>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2" name="Shape 152"/>
        <p:cNvGrpSpPr/>
        <p:nvPr/>
      </p:nvGrpSpPr>
      <p:grpSpPr>
        <a:xfrm>
          <a:off x="0" y="0"/>
          <a:ext cx="0" cy="0"/>
          <a:chOff x="0" y="0"/>
          <a:chExt cx="0" cy="0"/>
        </a:xfrm>
      </p:grpSpPr>
      <p:sp>
        <p:nvSpPr>
          <p:cNvPr id="153" name="Google Shape;153;p23"/>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4" name="Google Shape;154;p23"/>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5" name="Google Shape;155;p23"/>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56" name="Shape 156"/>
        <p:cNvGrpSpPr/>
        <p:nvPr/>
      </p:nvGrpSpPr>
      <p:grpSpPr>
        <a:xfrm>
          <a:off x="0" y="0"/>
          <a:ext cx="0" cy="0"/>
          <a:chOff x="0" y="0"/>
          <a:chExt cx="0" cy="0"/>
        </a:xfrm>
      </p:grpSpPr>
      <p:grpSp>
        <p:nvGrpSpPr>
          <p:cNvPr id="157" name="Google Shape;157;p24"/>
          <p:cNvGrpSpPr/>
          <p:nvPr/>
        </p:nvGrpSpPr>
        <p:grpSpPr>
          <a:xfrm>
            <a:off x="4752748" y="4823504"/>
            <a:ext cx="1656714" cy="1656714"/>
            <a:chOff x="2481534" y="2139594"/>
            <a:chExt cx="1656714" cy="1656714"/>
          </a:xfrm>
        </p:grpSpPr>
        <p:sp>
          <p:nvSpPr>
            <p:cNvPr id="158" name="Google Shape;158;p24"/>
            <p:cNvSpPr/>
            <p:nvPr/>
          </p:nvSpPr>
          <p:spPr>
            <a:xfrm rot="2700000">
              <a:off x="2769891" y="2336477"/>
              <a:ext cx="1080000" cy="1262947"/>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453E75"/>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59" name="Google Shape;159;p24"/>
            <p:cNvSpPr/>
            <p:nvPr/>
          </p:nvSpPr>
          <p:spPr>
            <a:xfrm rot="8100000">
              <a:off x="2784291" y="2683551"/>
              <a:ext cx="540000" cy="1080000"/>
            </a:xfrm>
            <a:prstGeom prst="ellipse">
              <a:avLst/>
            </a:prstGeom>
            <a:gradFill>
              <a:gsLst>
                <a:gs pos="0">
                  <a:srgbClr val="221F3B"/>
                </a:gs>
                <a:gs pos="50000">
                  <a:srgbClr val="221F3B"/>
                </a:gs>
                <a:gs pos="100000">
                  <a:srgbClr val="2B274A"/>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160" name="Google Shape;160;p24"/>
          <p:cNvSpPr txBox="1"/>
          <p:nvPr>
            <p:ph type="title"/>
          </p:nvPr>
        </p:nvSpPr>
        <p:spPr>
          <a:xfrm>
            <a:off x="550863" y="549275"/>
            <a:ext cx="11090275" cy="984885"/>
          </a:xfrm>
          <a:prstGeom prst="rect">
            <a:avLst/>
          </a:prstGeom>
          <a:noFill/>
          <a:ln>
            <a:noFill/>
          </a:ln>
        </p:spPr>
        <p:txBody>
          <a:bodyPr anchorCtr="0" anchor="t" bIns="0" lIns="0" spcFirstLastPara="1" rIns="0" wrap="square" tIns="0">
            <a:normAutofit/>
          </a:bodyPr>
          <a:lstStyle>
            <a:lvl1pPr lvl="0" algn="l">
              <a:lnSpc>
                <a:spcPct val="100000"/>
              </a:lnSpc>
              <a:spcBef>
                <a:spcPts val="0"/>
              </a:spcBef>
              <a:spcAft>
                <a:spcPts val="0"/>
              </a:spcAft>
              <a:buClr>
                <a:schemeClr val="lt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1" name="Google Shape;161;p24"/>
          <p:cNvSpPr txBox="1"/>
          <p:nvPr>
            <p:ph idx="1" type="body"/>
          </p:nvPr>
        </p:nvSpPr>
        <p:spPr>
          <a:xfrm>
            <a:off x="4295775" y="1750060"/>
            <a:ext cx="7345362" cy="4342765"/>
          </a:xfrm>
          <a:prstGeom prst="rect">
            <a:avLst/>
          </a:prstGeom>
          <a:noFill/>
          <a:ln>
            <a:noFill/>
          </a:ln>
        </p:spPr>
        <p:txBody>
          <a:bodyPr anchorCtr="0" anchor="t" bIns="0" lIns="0" spcFirstLastPara="1" rIns="0" wrap="square" tIns="0">
            <a:normAutofit/>
          </a:bodyPr>
          <a:lstStyle>
            <a:lvl1pPr indent="-330200" lvl="0" marL="457200" algn="l">
              <a:lnSpc>
                <a:spcPct val="110000"/>
              </a:lnSpc>
              <a:spcBef>
                <a:spcPts val="1000"/>
              </a:spcBef>
              <a:spcAft>
                <a:spcPts val="0"/>
              </a:spcAft>
              <a:buClr>
                <a:schemeClr val="lt1"/>
              </a:buClr>
              <a:buSzPts val="1600"/>
              <a:buChar char="•"/>
              <a:defRPr sz="1600"/>
            </a:lvl1pPr>
            <a:lvl2pPr indent="-330200" lvl="1" marL="914400" algn="l">
              <a:lnSpc>
                <a:spcPct val="110000"/>
              </a:lnSpc>
              <a:spcBef>
                <a:spcPts val="800"/>
              </a:spcBef>
              <a:spcAft>
                <a:spcPts val="0"/>
              </a:spcAft>
              <a:buClr>
                <a:schemeClr val="lt1"/>
              </a:buClr>
              <a:buSzPts val="1600"/>
              <a:buChar char="•"/>
              <a:defRPr sz="1600"/>
            </a:lvl2pPr>
            <a:lvl3pPr indent="-330200" lvl="2" marL="1371600" algn="l">
              <a:lnSpc>
                <a:spcPct val="110000"/>
              </a:lnSpc>
              <a:spcBef>
                <a:spcPts val="800"/>
              </a:spcBef>
              <a:spcAft>
                <a:spcPts val="0"/>
              </a:spcAft>
              <a:buClr>
                <a:schemeClr val="lt1"/>
              </a:buClr>
              <a:buSzPts val="1600"/>
              <a:buChar char="•"/>
              <a:defRPr sz="1600"/>
            </a:lvl3pPr>
            <a:lvl4pPr indent="-330200" lvl="3" marL="1828800" algn="l">
              <a:lnSpc>
                <a:spcPct val="110000"/>
              </a:lnSpc>
              <a:spcBef>
                <a:spcPts val="800"/>
              </a:spcBef>
              <a:spcAft>
                <a:spcPts val="0"/>
              </a:spcAft>
              <a:buClr>
                <a:schemeClr val="lt1"/>
              </a:buClr>
              <a:buSzPts val="1600"/>
              <a:buChar char="•"/>
              <a:defRPr sz="1600"/>
            </a:lvl4pPr>
            <a:lvl5pPr indent="-330200" lvl="4" marL="2286000" algn="l">
              <a:lnSpc>
                <a:spcPct val="110000"/>
              </a:lnSpc>
              <a:spcBef>
                <a:spcPts val="800"/>
              </a:spcBef>
              <a:spcAft>
                <a:spcPts val="0"/>
              </a:spcAft>
              <a:buClr>
                <a:schemeClr val="lt1"/>
              </a:buClr>
              <a:buSzPts val="1600"/>
              <a:buChar char="•"/>
              <a:defRPr sz="1600"/>
            </a:lvl5pPr>
            <a:lvl6pPr indent="-355600" lvl="5" marL="2743200" algn="l">
              <a:lnSpc>
                <a:spcPct val="90000"/>
              </a:lnSpc>
              <a:spcBef>
                <a:spcPts val="800"/>
              </a:spcBef>
              <a:spcAft>
                <a:spcPts val="0"/>
              </a:spcAft>
              <a:buClr>
                <a:schemeClr val="lt1"/>
              </a:buClr>
              <a:buSzPts val="2000"/>
              <a:buChar char="•"/>
              <a:defRPr sz="2000"/>
            </a:lvl6pPr>
            <a:lvl7pPr indent="-355600" lvl="6" marL="3200400" algn="l">
              <a:lnSpc>
                <a:spcPct val="90000"/>
              </a:lnSpc>
              <a:spcBef>
                <a:spcPts val="500"/>
              </a:spcBef>
              <a:spcAft>
                <a:spcPts val="0"/>
              </a:spcAft>
              <a:buClr>
                <a:schemeClr val="lt1"/>
              </a:buClr>
              <a:buSzPts val="2000"/>
              <a:buChar char="•"/>
              <a:defRPr sz="2000"/>
            </a:lvl7pPr>
            <a:lvl8pPr indent="-355600" lvl="7" marL="3657600" algn="l">
              <a:lnSpc>
                <a:spcPct val="90000"/>
              </a:lnSpc>
              <a:spcBef>
                <a:spcPts val="500"/>
              </a:spcBef>
              <a:spcAft>
                <a:spcPts val="0"/>
              </a:spcAft>
              <a:buClr>
                <a:schemeClr val="lt1"/>
              </a:buClr>
              <a:buSzPts val="2000"/>
              <a:buChar char="•"/>
              <a:defRPr sz="2000"/>
            </a:lvl8pPr>
            <a:lvl9pPr indent="-355600" lvl="8" marL="4114800" algn="l">
              <a:lnSpc>
                <a:spcPct val="90000"/>
              </a:lnSpc>
              <a:spcBef>
                <a:spcPts val="500"/>
              </a:spcBef>
              <a:spcAft>
                <a:spcPts val="0"/>
              </a:spcAft>
              <a:buClr>
                <a:schemeClr val="lt1"/>
              </a:buClr>
              <a:buSzPts val="2000"/>
              <a:buChar char="•"/>
              <a:defRPr sz="2000"/>
            </a:lvl9pPr>
          </a:lstStyle>
          <a:p/>
        </p:txBody>
      </p:sp>
      <p:sp>
        <p:nvSpPr>
          <p:cNvPr id="162" name="Google Shape;162;p24"/>
          <p:cNvSpPr txBox="1"/>
          <p:nvPr>
            <p:ph idx="2" type="body"/>
          </p:nvPr>
        </p:nvSpPr>
        <p:spPr>
          <a:xfrm>
            <a:off x="550863" y="1750060"/>
            <a:ext cx="3565525" cy="4342765"/>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600"/>
              <a:buNone/>
              <a:defRPr sz="1600"/>
            </a:lvl1pPr>
            <a:lvl2pPr indent="-228600" lvl="1" marL="914400" algn="l">
              <a:lnSpc>
                <a:spcPct val="110000"/>
              </a:lnSpc>
              <a:spcBef>
                <a:spcPts val="800"/>
              </a:spcBef>
              <a:spcAft>
                <a:spcPts val="0"/>
              </a:spcAft>
              <a:buClr>
                <a:schemeClr val="lt1"/>
              </a:buClr>
              <a:buSzPts val="1400"/>
              <a:buNone/>
              <a:defRPr sz="1400"/>
            </a:lvl2pPr>
            <a:lvl3pPr indent="-228600" lvl="2" marL="1371600" algn="l">
              <a:lnSpc>
                <a:spcPct val="110000"/>
              </a:lnSpc>
              <a:spcBef>
                <a:spcPts val="800"/>
              </a:spcBef>
              <a:spcAft>
                <a:spcPts val="0"/>
              </a:spcAft>
              <a:buClr>
                <a:schemeClr val="lt1"/>
              </a:buClr>
              <a:buSzPts val="1200"/>
              <a:buNone/>
              <a:defRPr sz="1200"/>
            </a:lvl3pPr>
            <a:lvl4pPr indent="-228600" lvl="3" marL="1828800" algn="l">
              <a:lnSpc>
                <a:spcPct val="110000"/>
              </a:lnSpc>
              <a:spcBef>
                <a:spcPts val="800"/>
              </a:spcBef>
              <a:spcAft>
                <a:spcPts val="0"/>
              </a:spcAft>
              <a:buClr>
                <a:schemeClr val="lt1"/>
              </a:buClr>
              <a:buSzPts val="1000"/>
              <a:buNone/>
              <a:defRPr sz="1000"/>
            </a:lvl4pPr>
            <a:lvl5pPr indent="-228600" lvl="4" marL="2286000" algn="l">
              <a:lnSpc>
                <a:spcPct val="110000"/>
              </a:lnSpc>
              <a:spcBef>
                <a:spcPts val="800"/>
              </a:spcBef>
              <a:spcAft>
                <a:spcPts val="0"/>
              </a:spcAft>
              <a:buClr>
                <a:schemeClr val="lt1"/>
              </a:buClr>
              <a:buSzPts val="1000"/>
              <a:buNone/>
              <a:defRPr sz="1000"/>
            </a:lvl5pPr>
            <a:lvl6pPr indent="-228600" lvl="5" marL="2743200" algn="l">
              <a:lnSpc>
                <a:spcPct val="90000"/>
              </a:lnSpc>
              <a:spcBef>
                <a:spcPts val="800"/>
              </a:spcBef>
              <a:spcAft>
                <a:spcPts val="0"/>
              </a:spcAft>
              <a:buClr>
                <a:schemeClr val="lt1"/>
              </a:buClr>
              <a:buSzPts val="1000"/>
              <a:buNone/>
              <a:defRPr sz="1000"/>
            </a:lvl6pPr>
            <a:lvl7pPr indent="-228600" lvl="6" marL="3200400" algn="l">
              <a:lnSpc>
                <a:spcPct val="90000"/>
              </a:lnSpc>
              <a:spcBef>
                <a:spcPts val="500"/>
              </a:spcBef>
              <a:spcAft>
                <a:spcPts val="0"/>
              </a:spcAft>
              <a:buClr>
                <a:schemeClr val="lt1"/>
              </a:buClr>
              <a:buSzPts val="1000"/>
              <a:buNone/>
              <a:defRPr sz="1000"/>
            </a:lvl7pPr>
            <a:lvl8pPr indent="-228600" lvl="7" marL="3657600" algn="l">
              <a:lnSpc>
                <a:spcPct val="90000"/>
              </a:lnSpc>
              <a:spcBef>
                <a:spcPts val="500"/>
              </a:spcBef>
              <a:spcAft>
                <a:spcPts val="0"/>
              </a:spcAft>
              <a:buClr>
                <a:schemeClr val="lt1"/>
              </a:buClr>
              <a:buSzPts val="1000"/>
              <a:buNone/>
              <a:defRPr sz="1000"/>
            </a:lvl8pPr>
            <a:lvl9pPr indent="-228600" lvl="8" marL="4114800" algn="l">
              <a:lnSpc>
                <a:spcPct val="90000"/>
              </a:lnSpc>
              <a:spcBef>
                <a:spcPts val="500"/>
              </a:spcBef>
              <a:spcAft>
                <a:spcPts val="0"/>
              </a:spcAft>
              <a:buClr>
                <a:schemeClr val="lt1"/>
              </a:buClr>
              <a:buSzPts val="1000"/>
              <a:buNone/>
              <a:defRPr sz="1000"/>
            </a:lvl9pPr>
          </a:lstStyle>
          <a:p/>
        </p:txBody>
      </p:sp>
      <p:sp>
        <p:nvSpPr>
          <p:cNvPr id="163" name="Google Shape;163;p24"/>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4" name="Google Shape;164;p24"/>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5" name="Google Shape;165;p24"/>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66" name="Shape 166"/>
        <p:cNvGrpSpPr/>
        <p:nvPr/>
      </p:nvGrpSpPr>
      <p:grpSpPr>
        <a:xfrm>
          <a:off x="0" y="0"/>
          <a:ext cx="0" cy="0"/>
          <a:chOff x="0" y="0"/>
          <a:chExt cx="0" cy="0"/>
        </a:xfrm>
      </p:grpSpPr>
      <p:grpSp>
        <p:nvGrpSpPr>
          <p:cNvPr id="167" name="Google Shape;167;p25"/>
          <p:cNvGrpSpPr/>
          <p:nvPr/>
        </p:nvGrpSpPr>
        <p:grpSpPr>
          <a:xfrm>
            <a:off x="220889" y="4984670"/>
            <a:ext cx="897877" cy="934082"/>
            <a:chOff x="5129684" y="1232940"/>
            <a:chExt cx="897877" cy="934082"/>
          </a:xfrm>
        </p:grpSpPr>
        <p:sp>
          <p:nvSpPr>
            <p:cNvPr id="168" name="Google Shape;168;p25"/>
            <p:cNvSpPr/>
            <p:nvPr/>
          </p:nvSpPr>
          <p:spPr>
            <a:xfrm rot="1800000">
              <a:off x="5356930" y="1363788"/>
              <a:ext cx="621086" cy="364601"/>
            </a:xfrm>
            <a:custGeom>
              <a:rect b="b" l="l" r="r" t="t"/>
              <a:pathLst>
                <a:path extrusionOk="0" h="317" w="540">
                  <a:moveTo>
                    <a:pt x="266" y="0"/>
                  </a:moveTo>
                  <a:lnTo>
                    <a:pt x="0" y="158"/>
                  </a:lnTo>
                  <a:lnTo>
                    <a:pt x="266" y="317"/>
                  </a:lnTo>
                  <a:lnTo>
                    <a:pt x="540" y="158"/>
                  </a:lnTo>
                  <a:lnTo>
                    <a:pt x="266" y="0"/>
                  </a:lnTo>
                  <a:close/>
                </a:path>
              </a:pathLst>
            </a:custGeom>
            <a:gradFill>
              <a:gsLst>
                <a:gs pos="0">
                  <a:srgbClr val="2B274A">
                    <a:alpha val="20000"/>
                  </a:srgbClr>
                </a:gs>
                <a:gs pos="20000">
                  <a:srgbClr val="2B274A">
                    <a:alpha val="20000"/>
                  </a:srgbClr>
                </a:gs>
                <a:gs pos="100000">
                  <a:srgbClr val="59EFC0">
                    <a:alpha val="20000"/>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69" name="Google Shape;169;p25"/>
            <p:cNvSpPr/>
            <p:nvPr/>
          </p:nvSpPr>
          <p:spPr>
            <a:xfrm rot="1800000">
              <a:off x="5243759" y="1430747"/>
              <a:ext cx="305942" cy="538275"/>
            </a:xfrm>
            <a:custGeom>
              <a:rect b="b" l="l" r="r" t="t"/>
              <a:pathLst>
                <a:path extrusionOk="0" h="468" w="266">
                  <a:moveTo>
                    <a:pt x="266" y="468"/>
                  </a:moveTo>
                  <a:lnTo>
                    <a:pt x="0" y="310"/>
                  </a:lnTo>
                  <a:lnTo>
                    <a:pt x="0" y="310"/>
                  </a:lnTo>
                  <a:lnTo>
                    <a:pt x="0" y="0"/>
                  </a:lnTo>
                  <a:lnTo>
                    <a:pt x="0" y="0"/>
                  </a:lnTo>
                  <a:lnTo>
                    <a:pt x="266" y="159"/>
                  </a:lnTo>
                  <a:lnTo>
                    <a:pt x="266" y="468"/>
                  </a:lnTo>
                  <a:close/>
                </a:path>
              </a:pathLst>
            </a:custGeom>
            <a:gradFill>
              <a:gsLst>
                <a:gs pos="0">
                  <a:srgbClr val="2B274A">
                    <a:alpha val="20000"/>
                  </a:srgbClr>
                </a:gs>
                <a:gs pos="20000">
                  <a:srgbClr val="2B274A">
                    <a:alpha val="20000"/>
                  </a:srgbClr>
                </a:gs>
                <a:gs pos="100000">
                  <a:srgbClr val="59EFC0">
                    <a:alpha val="20000"/>
                  </a:srgbClr>
                </a:gs>
              </a:gsLst>
              <a:lin ang="19799999"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70" name="Google Shape;170;p25"/>
            <p:cNvSpPr/>
            <p:nvPr/>
          </p:nvSpPr>
          <p:spPr>
            <a:xfrm rot="1800000">
              <a:off x="5508097" y="1586019"/>
              <a:ext cx="315144" cy="538275"/>
            </a:xfrm>
            <a:custGeom>
              <a:rect b="b" l="l" r="r" t="t"/>
              <a:pathLst>
                <a:path extrusionOk="0" h="468" w="274">
                  <a:moveTo>
                    <a:pt x="274" y="0"/>
                  </a:moveTo>
                  <a:lnTo>
                    <a:pt x="274" y="310"/>
                  </a:lnTo>
                  <a:lnTo>
                    <a:pt x="274" y="310"/>
                  </a:lnTo>
                  <a:lnTo>
                    <a:pt x="0" y="468"/>
                  </a:lnTo>
                  <a:lnTo>
                    <a:pt x="0" y="159"/>
                  </a:lnTo>
                  <a:lnTo>
                    <a:pt x="274" y="0"/>
                  </a:lnTo>
                  <a:lnTo>
                    <a:pt x="274" y="0"/>
                  </a:lnTo>
                  <a:close/>
                </a:path>
              </a:pathLst>
            </a:custGeom>
            <a:gradFill>
              <a:gsLst>
                <a:gs pos="0">
                  <a:srgbClr val="2B274A">
                    <a:alpha val="20000"/>
                  </a:srgbClr>
                </a:gs>
                <a:gs pos="20000">
                  <a:srgbClr val="2B274A">
                    <a:alpha val="20000"/>
                  </a:srgbClr>
                </a:gs>
                <a:gs pos="100000">
                  <a:srgbClr val="59EFC0">
                    <a:alpha val="20000"/>
                  </a:srgbClr>
                </a:gs>
              </a:gsLst>
              <a:lin ang="18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171" name="Google Shape;171;p25"/>
          <p:cNvSpPr txBox="1"/>
          <p:nvPr>
            <p:ph type="title"/>
          </p:nvPr>
        </p:nvSpPr>
        <p:spPr>
          <a:xfrm>
            <a:off x="550863" y="575409"/>
            <a:ext cx="4500562" cy="984885"/>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lt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2" name="Google Shape;172;p25"/>
          <p:cNvSpPr/>
          <p:nvPr>
            <p:ph idx="2" type="pic"/>
          </p:nvPr>
        </p:nvSpPr>
        <p:spPr>
          <a:xfrm>
            <a:off x="5267324" y="575409"/>
            <a:ext cx="6373813" cy="5733316"/>
          </a:xfrm>
          <a:prstGeom prst="rect">
            <a:avLst/>
          </a:prstGeom>
          <a:noFill/>
          <a:ln>
            <a:noFill/>
          </a:ln>
        </p:spPr>
      </p:sp>
      <p:sp>
        <p:nvSpPr>
          <p:cNvPr id="173" name="Google Shape;173;p25"/>
          <p:cNvSpPr txBox="1"/>
          <p:nvPr>
            <p:ph idx="1" type="body"/>
          </p:nvPr>
        </p:nvSpPr>
        <p:spPr>
          <a:xfrm>
            <a:off x="550863" y="1776195"/>
            <a:ext cx="4500562" cy="4532530"/>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600"/>
              <a:buNone/>
              <a:defRPr sz="1600"/>
            </a:lvl1pPr>
            <a:lvl2pPr indent="-228600" lvl="1" marL="914400" algn="l">
              <a:lnSpc>
                <a:spcPct val="110000"/>
              </a:lnSpc>
              <a:spcBef>
                <a:spcPts val="800"/>
              </a:spcBef>
              <a:spcAft>
                <a:spcPts val="0"/>
              </a:spcAft>
              <a:buClr>
                <a:schemeClr val="lt1"/>
              </a:buClr>
              <a:buSzPts val="1400"/>
              <a:buNone/>
              <a:defRPr sz="1400"/>
            </a:lvl2pPr>
            <a:lvl3pPr indent="-228600" lvl="2" marL="1371600" algn="l">
              <a:lnSpc>
                <a:spcPct val="110000"/>
              </a:lnSpc>
              <a:spcBef>
                <a:spcPts val="800"/>
              </a:spcBef>
              <a:spcAft>
                <a:spcPts val="0"/>
              </a:spcAft>
              <a:buClr>
                <a:schemeClr val="lt1"/>
              </a:buClr>
              <a:buSzPts val="1200"/>
              <a:buNone/>
              <a:defRPr sz="1200"/>
            </a:lvl3pPr>
            <a:lvl4pPr indent="-228600" lvl="3" marL="1828800" algn="l">
              <a:lnSpc>
                <a:spcPct val="110000"/>
              </a:lnSpc>
              <a:spcBef>
                <a:spcPts val="800"/>
              </a:spcBef>
              <a:spcAft>
                <a:spcPts val="0"/>
              </a:spcAft>
              <a:buClr>
                <a:schemeClr val="lt1"/>
              </a:buClr>
              <a:buSzPts val="1000"/>
              <a:buNone/>
              <a:defRPr sz="1000"/>
            </a:lvl4pPr>
            <a:lvl5pPr indent="-228600" lvl="4" marL="2286000" algn="l">
              <a:lnSpc>
                <a:spcPct val="110000"/>
              </a:lnSpc>
              <a:spcBef>
                <a:spcPts val="800"/>
              </a:spcBef>
              <a:spcAft>
                <a:spcPts val="0"/>
              </a:spcAft>
              <a:buClr>
                <a:schemeClr val="lt1"/>
              </a:buClr>
              <a:buSzPts val="1000"/>
              <a:buNone/>
              <a:defRPr sz="1000"/>
            </a:lvl5pPr>
            <a:lvl6pPr indent="-228600" lvl="5" marL="2743200" algn="l">
              <a:lnSpc>
                <a:spcPct val="90000"/>
              </a:lnSpc>
              <a:spcBef>
                <a:spcPts val="800"/>
              </a:spcBef>
              <a:spcAft>
                <a:spcPts val="0"/>
              </a:spcAft>
              <a:buClr>
                <a:schemeClr val="lt1"/>
              </a:buClr>
              <a:buSzPts val="1000"/>
              <a:buNone/>
              <a:defRPr sz="1000"/>
            </a:lvl6pPr>
            <a:lvl7pPr indent="-228600" lvl="6" marL="3200400" algn="l">
              <a:lnSpc>
                <a:spcPct val="90000"/>
              </a:lnSpc>
              <a:spcBef>
                <a:spcPts val="500"/>
              </a:spcBef>
              <a:spcAft>
                <a:spcPts val="0"/>
              </a:spcAft>
              <a:buClr>
                <a:schemeClr val="lt1"/>
              </a:buClr>
              <a:buSzPts val="1000"/>
              <a:buNone/>
              <a:defRPr sz="1000"/>
            </a:lvl7pPr>
            <a:lvl8pPr indent="-228600" lvl="7" marL="3657600" algn="l">
              <a:lnSpc>
                <a:spcPct val="90000"/>
              </a:lnSpc>
              <a:spcBef>
                <a:spcPts val="500"/>
              </a:spcBef>
              <a:spcAft>
                <a:spcPts val="0"/>
              </a:spcAft>
              <a:buClr>
                <a:schemeClr val="lt1"/>
              </a:buClr>
              <a:buSzPts val="1000"/>
              <a:buNone/>
              <a:defRPr sz="1000"/>
            </a:lvl8pPr>
            <a:lvl9pPr indent="-228600" lvl="8" marL="4114800" algn="l">
              <a:lnSpc>
                <a:spcPct val="90000"/>
              </a:lnSpc>
              <a:spcBef>
                <a:spcPts val="500"/>
              </a:spcBef>
              <a:spcAft>
                <a:spcPts val="0"/>
              </a:spcAft>
              <a:buClr>
                <a:schemeClr val="lt1"/>
              </a:buClr>
              <a:buSzPts val="1000"/>
              <a:buNone/>
              <a:defRPr sz="1000"/>
            </a:lvl9pPr>
          </a:lstStyle>
          <a:p/>
        </p:txBody>
      </p:sp>
      <p:sp>
        <p:nvSpPr>
          <p:cNvPr id="174" name="Google Shape;174;p25"/>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5" name="Google Shape;175;p25"/>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6" name="Google Shape;176;p25"/>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77" name="Shape 177"/>
        <p:cNvGrpSpPr/>
        <p:nvPr/>
      </p:nvGrpSpPr>
      <p:grpSpPr>
        <a:xfrm>
          <a:off x="0" y="0"/>
          <a:ext cx="0" cy="0"/>
          <a:chOff x="0" y="0"/>
          <a:chExt cx="0" cy="0"/>
        </a:xfrm>
      </p:grpSpPr>
      <p:sp>
        <p:nvSpPr>
          <p:cNvPr id="178" name="Google Shape;178;p26"/>
          <p:cNvSpPr txBox="1"/>
          <p:nvPr>
            <p:ph type="title"/>
          </p:nvPr>
        </p:nvSpPr>
        <p:spPr>
          <a:xfrm>
            <a:off x="550862" y="503906"/>
            <a:ext cx="11090275" cy="1333057"/>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lt1"/>
              </a:buClr>
              <a:buSzPts val="4800"/>
              <a:buFont typeface="Play"/>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9" name="Google Shape;179;p26"/>
          <p:cNvSpPr txBox="1"/>
          <p:nvPr>
            <p:ph idx="1" type="body"/>
          </p:nvPr>
        </p:nvSpPr>
        <p:spPr>
          <a:xfrm rot="5400000">
            <a:off x="4107182" y="-1442457"/>
            <a:ext cx="3978963" cy="11091600"/>
          </a:xfrm>
          <a:prstGeom prst="rect">
            <a:avLst/>
          </a:prstGeom>
          <a:noFill/>
          <a:ln>
            <a:noFill/>
          </a:ln>
        </p:spPr>
        <p:txBody>
          <a:bodyPr anchorCtr="0" anchor="t" bIns="0" lIns="0" spcFirstLastPara="1" rIns="0" wrap="square" tIns="0">
            <a:normAutofit/>
          </a:bodyPr>
          <a:lstStyle>
            <a:lvl1pPr indent="-342900" lvl="0" marL="457200" algn="l">
              <a:lnSpc>
                <a:spcPct val="110000"/>
              </a:lnSpc>
              <a:spcBef>
                <a:spcPts val="1000"/>
              </a:spcBef>
              <a:spcAft>
                <a:spcPts val="0"/>
              </a:spcAft>
              <a:buClr>
                <a:schemeClr val="lt1"/>
              </a:buClr>
              <a:buSzPts val="1800"/>
              <a:buChar char="•"/>
              <a:defRPr/>
            </a:lvl1pPr>
            <a:lvl2pPr indent="-342900" lvl="1" marL="914400" algn="l">
              <a:lnSpc>
                <a:spcPct val="110000"/>
              </a:lnSpc>
              <a:spcBef>
                <a:spcPts val="800"/>
              </a:spcBef>
              <a:spcAft>
                <a:spcPts val="0"/>
              </a:spcAft>
              <a:buClr>
                <a:schemeClr val="lt1"/>
              </a:buClr>
              <a:buSzPts val="1800"/>
              <a:buChar char="•"/>
              <a:defRPr/>
            </a:lvl2pPr>
            <a:lvl3pPr indent="-342900" lvl="2" marL="1371600" algn="l">
              <a:lnSpc>
                <a:spcPct val="110000"/>
              </a:lnSpc>
              <a:spcBef>
                <a:spcPts val="800"/>
              </a:spcBef>
              <a:spcAft>
                <a:spcPts val="0"/>
              </a:spcAft>
              <a:buClr>
                <a:schemeClr val="lt1"/>
              </a:buClr>
              <a:buSzPts val="1800"/>
              <a:buChar char="•"/>
              <a:defRPr/>
            </a:lvl3pPr>
            <a:lvl4pPr indent="-342900" lvl="3" marL="1828800" algn="l">
              <a:lnSpc>
                <a:spcPct val="110000"/>
              </a:lnSpc>
              <a:spcBef>
                <a:spcPts val="800"/>
              </a:spcBef>
              <a:spcAft>
                <a:spcPts val="0"/>
              </a:spcAft>
              <a:buClr>
                <a:schemeClr val="lt1"/>
              </a:buClr>
              <a:buSzPts val="1800"/>
              <a:buChar char="•"/>
              <a:defRPr/>
            </a:lvl4pPr>
            <a:lvl5pPr indent="-342900" lvl="4" marL="2286000" algn="l">
              <a:lnSpc>
                <a:spcPct val="110000"/>
              </a:lnSpc>
              <a:spcBef>
                <a:spcPts val="800"/>
              </a:spcBef>
              <a:spcAft>
                <a:spcPts val="0"/>
              </a:spcAft>
              <a:buClr>
                <a:schemeClr val="lt1"/>
              </a:buClr>
              <a:buSzPts val="1800"/>
              <a:buChar char="•"/>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80" name="Google Shape;180;p26"/>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1" name="Google Shape;181;p26"/>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2" name="Google Shape;182;p26"/>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83" name="Shape 183"/>
        <p:cNvGrpSpPr/>
        <p:nvPr/>
      </p:nvGrpSpPr>
      <p:grpSpPr>
        <a:xfrm>
          <a:off x="0" y="0"/>
          <a:ext cx="0" cy="0"/>
          <a:chOff x="0" y="0"/>
          <a:chExt cx="0" cy="0"/>
        </a:xfrm>
      </p:grpSpPr>
      <p:sp>
        <p:nvSpPr>
          <p:cNvPr id="184" name="Google Shape;184;p27"/>
          <p:cNvSpPr txBox="1"/>
          <p:nvPr>
            <p:ph type="title"/>
          </p:nvPr>
        </p:nvSpPr>
        <p:spPr>
          <a:xfrm rot="5400000">
            <a:off x="7133431" y="1956594"/>
            <a:ext cx="5811838" cy="26289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5" name="Google Shape;185;p27"/>
          <p:cNvSpPr txBox="1"/>
          <p:nvPr>
            <p:ph idx="1" type="body"/>
          </p:nvPr>
        </p:nvSpPr>
        <p:spPr>
          <a:xfrm rot="5400000">
            <a:off x="1799431" y="-596106"/>
            <a:ext cx="5811838" cy="7734300"/>
          </a:xfrm>
          <a:prstGeom prst="rect">
            <a:avLst/>
          </a:prstGeom>
          <a:noFill/>
          <a:ln>
            <a:noFill/>
          </a:ln>
        </p:spPr>
        <p:txBody>
          <a:bodyPr anchorCtr="0" anchor="t" bIns="0" lIns="0" spcFirstLastPara="1" rIns="0" wrap="square" tIns="0">
            <a:normAutofit/>
          </a:bodyPr>
          <a:lstStyle>
            <a:lvl1pPr indent="-342900" lvl="0" marL="457200" algn="l">
              <a:lnSpc>
                <a:spcPct val="110000"/>
              </a:lnSpc>
              <a:spcBef>
                <a:spcPts val="1000"/>
              </a:spcBef>
              <a:spcAft>
                <a:spcPts val="0"/>
              </a:spcAft>
              <a:buClr>
                <a:schemeClr val="lt1"/>
              </a:buClr>
              <a:buSzPts val="1800"/>
              <a:buChar char="•"/>
              <a:defRPr/>
            </a:lvl1pPr>
            <a:lvl2pPr indent="-342900" lvl="1" marL="914400" algn="l">
              <a:lnSpc>
                <a:spcPct val="110000"/>
              </a:lnSpc>
              <a:spcBef>
                <a:spcPts val="800"/>
              </a:spcBef>
              <a:spcAft>
                <a:spcPts val="0"/>
              </a:spcAft>
              <a:buClr>
                <a:schemeClr val="lt1"/>
              </a:buClr>
              <a:buSzPts val="1800"/>
              <a:buChar char="•"/>
              <a:defRPr/>
            </a:lvl2pPr>
            <a:lvl3pPr indent="-342900" lvl="2" marL="1371600" algn="l">
              <a:lnSpc>
                <a:spcPct val="110000"/>
              </a:lnSpc>
              <a:spcBef>
                <a:spcPts val="800"/>
              </a:spcBef>
              <a:spcAft>
                <a:spcPts val="0"/>
              </a:spcAft>
              <a:buClr>
                <a:schemeClr val="lt1"/>
              </a:buClr>
              <a:buSzPts val="1800"/>
              <a:buChar char="•"/>
              <a:defRPr/>
            </a:lvl3pPr>
            <a:lvl4pPr indent="-342900" lvl="3" marL="1828800" algn="l">
              <a:lnSpc>
                <a:spcPct val="110000"/>
              </a:lnSpc>
              <a:spcBef>
                <a:spcPts val="800"/>
              </a:spcBef>
              <a:spcAft>
                <a:spcPts val="0"/>
              </a:spcAft>
              <a:buClr>
                <a:schemeClr val="lt1"/>
              </a:buClr>
              <a:buSzPts val="1800"/>
              <a:buChar char="•"/>
              <a:defRPr/>
            </a:lvl4pPr>
            <a:lvl5pPr indent="-342900" lvl="4" marL="2286000" algn="l">
              <a:lnSpc>
                <a:spcPct val="110000"/>
              </a:lnSpc>
              <a:spcBef>
                <a:spcPts val="800"/>
              </a:spcBef>
              <a:spcAft>
                <a:spcPts val="0"/>
              </a:spcAft>
              <a:buClr>
                <a:schemeClr val="lt1"/>
              </a:buClr>
              <a:buSzPts val="1800"/>
              <a:buChar char="•"/>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86" name="Google Shape;186;p27"/>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7" name="Google Shape;187;p27"/>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8" name="Google Shape;188;p27"/>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189" name="Shape 189"/>
        <p:cNvGrpSpPr/>
        <p:nvPr/>
      </p:nvGrpSpPr>
      <p:grpSpPr>
        <a:xfrm>
          <a:off x="0" y="0"/>
          <a:ext cx="0" cy="0"/>
          <a:chOff x="0" y="0"/>
          <a:chExt cx="0" cy="0"/>
        </a:xfrm>
      </p:grpSpPr>
      <p:grpSp>
        <p:nvGrpSpPr>
          <p:cNvPr id="190" name="Google Shape;190;p28"/>
          <p:cNvGrpSpPr/>
          <p:nvPr/>
        </p:nvGrpSpPr>
        <p:grpSpPr>
          <a:xfrm>
            <a:off x="363888" y="5322560"/>
            <a:ext cx="1030305" cy="1030305"/>
            <a:chOff x="10240859" y="1436639"/>
            <a:chExt cx="1030305" cy="1030305"/>
          </a:xfrm>
        </p:grpSpPr>
        <p:sp>
          <p:nvSpPr>
            <p:cNvPr id="191" name="Google Shape;191;p28"/>
            <p:cNvSpPr/>
            <p:nvPr/>
          </p:nvSpPr>
          <p:spPr>
            <a:xfrm rot="-8100000">
              <a:off x="10268976" y="1743588"/>
              <a:ext cx="926985" cy="463493"/>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92" name="Google Shape;192;p28"/>
            <p:cNvSpPr/>
            <p:nvPr/>
          </p:nvSpPr>
          <p:spPr>
            <a:xfrm rot="-2700000">
              <a:off x="11115555" y="1939340"/>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93" name="Google Shape;193;p28"/>
            <p:cNvSpPr/>
            <p:nvPr/>
          </p:nvSpPr>
          <p:spPr>
            <a:xfrm rot="-2700000">
              <a:off x="10625042" y="1448827"/>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94" name="Google Shape;194;p28"/>
            <p:cNvSpPr/>
            <p:nvPr/>
          </p:nvSpPr>
          <p:spPr>
            <a:xfrm rot="-8100000">
              <a:off x="10292519" y="1686748"/>
              <a:ext cx="926985" cy="530086"/>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2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195" name="Google Shape;195;p28"/>
          <p:cNvSpPr txBox="1"/>
          <p:nvPr>
            <p:ph type="title"/>
          </p:nvPr>
        </p:nvSpPr>
        <p:spPr>
          <a:xfrm>
            <a:off x="550863" y="483924"/>
            <a:ext cx="11090275" cy="1684059"/>
          </a:xfrm>
          <a:prstGeom prst="rect">
            <a:avLst/>
          </a:prstGeom>
          <a:noFill/>
          <a:ln>
            <a:noFill/>
          </a:ln>
        </p:spPr>
        <p:txBody>
          <a:bodyPr anchorCtr="0" anchor="b" bIns="0" lIns="0" spcFirstLastPara="1" rIns="0" wrap="square" tIns="0">
            <a:normAutofit/>
          </a:bodyPr>
          <a:lstStyle>
            <a:lvl1pPr lvl="0" algn="l">
              <a:lnSpc>
                <a:spcPct val="90000"/>
              </a:lnSpc>
              <a:spcBef>
                <a:spcPts val="0"/>
              </a:spcBef>
              <a:spcAft>
                <a:spcPts val="0"/>
              </a:spcAft>
              <a:buClr>
                <a:schemeClr val="lt1"/>
              </a:buClr>
              <a:buSzPts val="4000"/>
              <a:buFont typeface="Pla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6" name="Google Shape;196;p28"/>
          <p:cNvSpPr txBox="1"/>
          <p:nvPr>
            <p:ph idx="1" type="body"/>
          </p:nvPr>
        </p:nvSpPr>
        <p:spPr>
          <a:xfrm>
            <a:off x="550863" y="2419350"/>
            <a:ext cx="11090274" cy="3913188"/>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800"/>
              <a:buNone/>
              <a:defRPr sz="1800">
                <a:solidFill>
                  <a:schemeClr val="lt1"/>
                </a:solidFill>
              </a:defRPr>
            </a:lvl1pPr>
            <a:lvl2pPr indent="-304800" lvl="1" marL="914400" algn="l">
              <a:lnSpc>
                <a:spcPct val="110000"/>
              </a:lnSpc>
              <a:spcBef>
                <a:spcPts val="800"/>
              </a:spcBef>
              <a:spcAft>
                <a:spcPts val="0"/>
              </a:spcAft>
              <a:buClr>
                <a:schemeClr val="lt1"/>
              </a:buClr>
              <a:buSzPts val="1200"/>
              <a:buChar char="•"/>
              <a:defRPr sz="1200">
                <a:solidFill>
                  <a:schemeClr val="lt1"/>
                </a:solidFill>
              </a:defRPr>
            </a:lvl2pPr>
            <a:lvl3pPr indent="-304800" lvl="2" marL="1371600" algn="l">
              <a:lnSpc>
                <a:spcPct val="110000"/>
              </a:lnSpc>
              <a:spcBef>
                <a:spcPts val="800"/>
              </a:spcBef>
              <a:spcAft>
                <a:spcPts val="0"/>
              </a:spcAft>
              <a:buClr>
                <a:schemeClr val="lt1"/>
              </a:buClr>
              <a:buSzPts val="1200"/>
              <a:buChar char="•"/>
              <a:defRPr sz="1200">
                <a:solidFill>
                  <a:schemeClr val="lt1"/>
                </a:solidFill>
              </a:defRPr>
            </a:lvl3pPr>
            <a:lvl4pPr indent="-304800" lvl="3" marL="1828800" algn="l">
              <a:lnSpc>
                <a:spcPct val="110000"/>
              </a:lnSpc>
              <a:spcBef>
                <a:spcPts val="800"/>
              </a:spcBef>
              <a:spcAft>
                <a:spcPts val="0"/>
              </a:spcAft>
              <a:buClr>
                <a:schemeClr val="lt1"/>
              </a:buClr>
              <a:buSzPts val="1200"/>
              <a:buChar char="•"/>
              <a:defRPr sz="1200">
                <a:solidFill>
                  <a:schemeClr val="lt1"/>
                </a:solidFill>
              </a:defRPr>
            </a:lvl4pPr>
            <a:lvl5pPr indent="-304800" lvl="4" marL="2286000" algn="l">
              <a:lnSpc>
                <a:spcPct val="110000"/>
              </a:lnSpc>
              <a:spcBef>
                <a:spcPts val="800"/>
              </a:spcBef>
              <a:spcAft>
                <a:spcPts val="0"/>
              </a:spcAft>
              <a:buClr>
                <a:schemeClr val="lt1"/>
              </a:buClr>
              <a:buSzPts val="1200"/>
              <a:buChar char="•"/>
              <a:defRPr sz="12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197" name="Google Shape;197;p28"/>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8" name="Google Shape;198;p28"/>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9" name="Google Shape;199;p28"/>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grpSp>
        <p:nvGrpSpPr>
          <p:cNvPr id="200" name="Google Shape;200;p28"/>
          <p:cNvGrpSpPr/>
          <p:nvPr/>
        </p:nvGrpSpPr>
        <p:grpSpPr>
          <a:xfrm>
            <a:off x="8896749" y="1383159"/>
            <a:ext cx="897877" cy="934082"/>
            <a:chOff x="5129684" y="1232940"/>
            <a:chExt cx="897877" cy="934082"/>
          </a:xfrm>
        </p:grpSpPr>
        <p:sp>
          <p:nvSpPr>
            <p:cNvPr id="201" name="Google Shape;201;p28"/>
            <p:cNvSpPr/>
            <p:nvPr/>
          </p:nvSpPr>
          <p:spPr>
            <a:xfrm rot="1800000">
              <a:off x="5356930" y="1363788"/>
              <a:ext cx="621086" cy="364601"/>
            </a:xfrm>
            <a:custGeom>
              <a:rect b="b" l="l" r="r" t="t"/>
              <a:pathLst>
                <a:path extrusionOk="0" h="317" w="540">
                  <a:moveTo>
                    <a:pt x="266" y="0"/>
                  </a:moveTo>
                  <a:lnTo>
                    <a:pt x="0" y="158"/>
                  </a:lnTo>
                  <a:lnTo>
                    <a:pt x="266" y="317"/>
                  </a:lnTo>
                  <a:lnTo>
                    <a:pt x="540" y="158"/>
                  </a:lnTo>
                  <a:lnTo>
                    <a:pt x="266" y="0"/>
                  </a:lnTo>
                  <a:close/>
                </a:path>
              </a:pathLst>
            </a:custGeom>
            <a:gradFill>
              <a:gsLst>
                <a:gs pos="0">
                  <a:srgbClr val="2B274A">
                    <a:alpha val="20000"/>
                  </a:srgbClr>
                </a:gs>
                <a:gs pos="20000">
                  <a:srgbClr val="2B274A">
                    <a:alpha val="20000"/>
                  </a:srgbClr>
                </a:gs>
                <a:gs pos="100000">
                  <a:srgbClr val="59EFC0">
                    <a:alpha val="20000"/>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02" name="Google Shape;202;p28"/>
            <p:cNvSpPr/>
            <p:nvPr/>
          </p:nvSpPr>
          <p:spPr>
            <a:xfrm rot="1800000">
              <a:off x="5243759" y="1430747"/>
              <a:ext cx="305942" cy="538275"/>
            </a:xfrm>
            <a:custGeom>
              <a:rect b="b" l="l" r="r" t="t"/>
              <a:pathLst>
                <a:path extrusionOk="0" h="468" w="266">
                  <a:moveTo>
                    <a:pt x="266" y="468"/>
                  </a:moveTo>
                  <a:lnTo>
                    <a:pt x="0" y="310"/>
                  </a:lnTo>
                  <a:lnTo>
                    <a:pt x="0" y="310"/>
                  </a:lnTo>
                  <a:lnTo>
                    <a:pt x="0" y="0"/>
                  </a:lnTo>
                  <a:lnTo>
                    <a:pt x="0" y="0"/>
                  </a:lnTo>
                  <a:lnTo>
                    <a:pt x="266" y="159"/>
                  </a:lnTo>
                  <a:lnTo>
                    <a:pt x="266" y="468"/>
                  </a:lnTo>
                  <a:close/>
                </a:path>
              </a:pathLst>
            </a:custGeom>
            <a:gradFill>
              <a:gsLst>
                <a:gs pos="0">
                  <a:srgbClr val="2B274A">
                    <a:alpha val="20000"/>
                  </a:srgbClr>
                </a:gs>
                <a:gs pos="20000">
                  <a:srgbClr val="2B274A">
                    <a:alpha val="20000"/>
                  </a:srgbClr>
                </a:gs>
                <a:gs pos="100000">
                  <a:srgbClr val="59EFC0">
                    <a:alpha val="20000"/>
                  </a:srgbClr>
                </a:gs>
              </a:gsLst>
              <a:lin ang="19799999"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03" name="Google Shape;203;p28"/>
            <p:cNvSpPr/>
            <p:nvPr/>
          </p:nvSpPr>
          <p:spPr>
            <a:xfrm rot="1800000">
              <a:off x="5508097" y="1586019"/>
              <a:ext cx="315144" cy="538275"/>
            </a:xfrm>
            <a:custGeom>
              <a:rect b="b" l="l" r="r" t="t"/>
              <a:pathLst>
                <a:path extrusionOk="0" h="468" w="274">
                  <a:moveTo>
                    <a:pt x="274" y="0"/>
                  </a:moveTo>
                  <a:lnTo>
                    <a:pt x="274" y="310"/>
                  </a:lnTo>
                  <a:lnTo>
                    <a:pt x="274" y="310"/>
                  </a:lnTo>
                  <a:lnTo>
                    <a:pt x="0" y="468"/>
                  </a:lnTo>
                  <a:lnTo>
                    <a:pt x="0" y="159"/>
                  </a:lnTo>
                  <a:lnTo>
                    <a:pt x="274" y="0"/>
                  </a:lnTo>
                  <a:lnTo>
                    <a:pt x="274" y="0"/>
                  </a:lnTo>
                  <a:close/>
                </a:path>
              </a:pathLst>
            </a:custGeom>
            <a:gradFill>
              <a:gsLst>
                <a:gs pos="0">
                  <a:srgbClr val="2B274A">
                    <a:alpha val="20000"/>
                  </a:srgbClr>
                </a:gs>
                <a:gs pos="20000">
                  <a:srgbClr val="2B274A">
                    <a:alpha val="20000"/>
                  </a:srgbClr>
                </a:gs>
                <a:gs pos="100000">
                  <a:srgbClr val="59EFC0">
                    <a:alpha val="20000"/>
                  </a:srgbClr>
                </a:gs>
              </a:gsLst>
              <a:lin ang="18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204" name="Google Shape;204;p28"/>
          <p:cNvSpPr/>
          <p:nvPr/>
        </p:nvSpPr>
        <p:spPr>
          <a:xfrm>
            <a:off x="10168304" y="385236"/>
            <a:ext cx="1080000" cy="1080000"/>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205" name="Google Shape;205;p28"/>
          <p:cNvGrpSpPr/>
          <p:nvPr/>
        </p:nvGrpSpPr>
        <p:grpSpPr>
          <a:xfrm flipH="1">
            <a:off x="8925426" y="2736835"/>
            <a:ext cx="3990589" cy="4054324"/>
            <a:chOff x="4285509" y="2736835"/>
            <a:chExt cx="3990589" cy="4054324"/>
          </a:xfrm>
        </p:grpSpPr>
        <p:sp>
          <p:nvSpPr>
            <p:cNvPr id="206" name="Google Shape;206;p28"/>
            <p:cNvSpPr/>
            <p:nvPr/>
          </p:nvSpPr>
          <p:spPr>
            <a:xfrm flipH="1" rot="8100000">
              <a:off x="4602175" y="3958416"/>
              <a:ext cx="3536330" cy="1853969"/>
            </a:xfrm>
            <a:custGeom>
              <a:rect b="b" l="l" r="r" t="t"/>
              <a:pathLst>
                <a:path extrusionOk="0" h="1853969" w="3536330">
                  <a:moveTo>
                    <a:pt x="3536330" y="1853969"/>
                  </a:moveTo>
                  <a:cubicBezTo>
                    <a:pt x="3536330" y="830051"/>
                    <a:pt x="2706280" y="0"/>
                    <a:pt x="1682362" y="0"/>
                  </a:cubicBezTo>
                  <a:cubicBezTo>
                    <a:pt x="978418" y="0"/>
                    <a:pt x="366107" y="392328"/>
                    <a:pt x="52157" y="970257"/>
                  </a:cubicBezTo>
                  <a:lnTo>
                    <a:pt x="0" y="1078528"/>
                  </a:lnTo>
                  <a:lnTo>
                    <a:pt x="757215" y="1835743"/>
                  </a:lnTo>
                  <a:lnTo>
                    <a:pt x="774211" y="1667149"/>
                  </a:lnTo>
                  <a:cubicBezTo>
                    <a:pt x="860649" y="1244739"/>
                    <a:pt x="1234397" y="926985"/>
                    <a:pt x="1682362" y="926985"/>
                  </a:cubicBezTo>
                  <a:cubicBezTo>
                    <a:pt x="2194320" y="926985"/>
                    <a:pt x="2609345" y="1342010"/>
                    <a:pt x="2609345" y="1853969"/>
                  </a:cubicBezTo>
                  <a:close/>
                </a:path>
              </a:pathLst>
            </a:custGeom>
            <a:gradFill>
              <a:gsLst>
                <a:gs pos="0">
                  <a:srgbClr val="2B274A"/>
                </a:gs>
                <a:gs pos="31000">
                  <a:srgbClr val="2B274A"/>
                </a:gs>
                <a:gs pos="97000">
                  <a:schemeClr val="dk2"/>
                </a:gs>
                <a:gs pos="100000">
                  <a:schemeClr val="dk2"/>
                </a:gs>
              </a:gsLst>
              <a:lin ang="15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207" name="Google Shape;207;p28"/>
            <p:cNvGrpSpPr/>
            <p:nvPr/>
          </p:nvGrpSpPr>
          <p:grpSpPr>
            <a:xfrm>
              <a:off x="4285509" y="2736835"/>
              <a:ext cx="3990588" cy="3990588"/>
              <a:chOff x="-737095" y="2736835"/>
              <a:chExt cx="3990588" cy="3990588"/>
            </a:xfrm>
          </p:grpSpPr>
          <p:sp>
            <p:nvSpPr>
              <p:cNvPr id="208" name="Google Shape;208;p28"/>
              <p:cNvSpPr/>
              <p:nvPr/>
            </p:nvSpPr>
            <p:spPr>
              <a:xfrm flipH="1" rot="8100000">
                <a:off x="-481151" y="3649708"/>
                <a:ext cx="3478701" cy="2164843"/>
              </a:xfrm>
              <a:custGeom>
                <a:rect b="b" l="l" r="r" t="t"/>
                <a:pathLst>
                  <a:path extrusionOk="0" h="2164843" w="3478701">
                    <a:moveTo>
                      <a:pt x="3478701" y="2164843"/>
                    </a:moveTo>
                    <a:cubicBezTo>
                      <a:pt x="3478701" y="969234"/>
                      <a:pt x="2648651" y="0"/>
                      <a:pt x="1624733" y="0"/>
                    </a:cubicBezTo>
                    <a:cubicBezTo>
                      <a:pt x="984784" y="0"/>
                      <a:pt x="420564" y="378607"/>
                      <a:pt x="87393" y="954459"/>
                    </a:cubicBezTo>
                    <a:lnTo>
                      <a:pt x="0" y="1122434"/>
                    </a:lnTo>
                    <a:lnTo>
                      <a:pt x="736015" y="1858449"/>
                    </a:lnTo>
                    <a:lnTo>
                      <a:pt x="739424" y="1842964"/>
                    </a:lnTo>
                    <a:cubicBezTo>
                      <a:pt x="856791" y="1402344"/>
                      <a:pt x="1208766" y="1082422"/>
                      <a:pt x="1624733" y="1082422"/>
                    </a:cubicBezTo>
                    <a:cubicBezTo>
                      <a:pt x="2136692" y="1082422"/>
                      <a:pt x="2551716" y="1567038"/>
                      <a:pt x="2551716" y="2164843"/>
                    </a:cubicBezTo>
                    <a:close/>
                  </a:path>
                </a:pathLst>
              </a:custGeom>
              <a:solidFill>
                <a:srgbClr val="746EB3">
                  <a:alpha val="4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09" name="Google Shape;209;p28"/>
              <p:cNvSpPr/>
              <p:nvPr/>
            </p:nvSpPr>
            <p:spPr>
              <a:xfrm flipH="1" rot="2700000">
                <a:off x="1512277" y="2840042"/>
                <a:ext cx="214196" cy="933178"/>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grpSp>
      <p:grpSp>
        <p:nvGrpSpPr>
          <p:cNvPr id="210" name="Google Shape;210;p28"/>
          <p:cNvGrpSpPr/>
          <p:nvPr/>
        </p:nvGrpSpPr>
        <p:grpSpPr>
          <a:xfrm>
            <a:off x="5657788" y="3903772"/>
            <a:ext cx="1656714" cy="1656714"/>
            <a:chOff x="10112258" y="2147095"/>
            <a:chExt cx="1656714" cy="1656714"/>
          </a:xfrm>
        </p:grpSpPr>
        <p:sp>
          <p:nvSpPr>
            <p:cNvPr id="211" name="Google Shape;211;p28"/>
            <p:cNvSpPr/>
            <p:nvPr/>
          </p:nvSpPr>
          <p:spPr>
            <a:xfrm rot="8100000">
              <a:off x="10400615" y="2343978"/>
              <a:ext cx="1080000" cy="1262947"/>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3B3666"/>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12" name="Google Shape;212;p28"/>
            <p:cNvSpPr/>
            <p:nvPr/>
          </p:nvSpPr>
          <p:spPr>
            <a:xfrm rot="-8100000">
              <a:off x="10415015" y="2179851"/>
              <a:ext cx="540000" cy="1080000"/>
            </a:xfrm>
            <a:prstGeom prst="ellipse">
              <a:avLst/>
            </a:prstGeom>
            <a:gradFill>
              <a:gsLst>
                <a:gs pos="0">
                  <a:srgbClr val="453E75">
                    <a:alpha val="32941"/>
                  </a:srgbClr>
                </a:gs>
                <a:gs pos="100000">
                  <a:srgbClr val="59EFC0">
                    <a:alpha val="0"/>
                  </a:srgbClr>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subtitle + picture">
  <p:cSld name="Title + subtitle + picture">
    <p:spTree>
      <p:nvGrpSpPr>
        <p:cNvPr id="213" name="Shape 213"/>
        <p:cNvGrpSpPr/>
        <p:nvPr/>
      </p:nvGrpSpPr>
      <p:grpSpPr>
        <a:xfrm>
          <a:off x="0" y="0"/>
          <a:ext cx="0" cy="0"/>
          <a:chOff x="0" y="0"/>
          <a:chExt cx="0" cy="0"/>
        </a:xfrm>
      </p:grpSpPr>
      <p:sp>
        <p:nvSpPr>
          <p:cNvPr id="214" name="Google Shape;214;p29"/>
          <p:cNvSpPr txBox="1"/>
          <p:nvPr>
            <p:ph type="ctrTitle"/>
          </p:nvPr>
        </p:nvSpPr>
        <p:spPr>
          <a:xfrm>
            <a:off x="550863" y="196900"/>
            <a:ext cx="4159160" cy="3155900"/>
          </a:xfrm>
          <a:prstGeom prst="rect">
            <a:avLst/>
          </a:prstGeom>
          <a:noFill/>
          <a:ln>
            <a:noFill/>
          </a:ln>
        </p:spPr>
        <p:txBody>
          <a:bodyPr anchorCtr="0" anchor="b" bIns="0" lIns="91425" spcFirstLastPara="1" rIns="0" wrap="square" tIns="0">
            <a:noAutofit/>
          </a:bodyPr>
          <a:lstStyle>
            <a:lvl1pPr lvl="0" algn="l">
              <a:lnSpc>
                <a:spcPct val="90000"/>
              </a:lnSpc>
              <a:spcBef>
                <a:spcPts val="0"/>
              </a:spcBef>
              <a:spcAft>
                <a:spcPts val="0"/>
              </a:spcAft>
              <a:buClr>
                <a:schemeClr val="lt1"/>
              </a:buClr>
              <a:buSzPts val="4000"/>
              <a:buFont typeface="Pla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5" name="Google Shape;215;p29"/>
          <p:cNvSpPr txBox="1"/>
          <p:nvPr>
            <p:ph idx="1" type="subTitle"/>
          </p:nvPr>
        </p:nvSpPr>
        <p:spPr>
          <a:xfrm>
            <a:off x="547271" y="3505200"/>
            <a:ext cx="4159160" cy="2352356"/>
          </a:xfrm>
          <a:prstGeom prst="rect">
            <a:avLst/>
          </a:prstGeom>
          <a:noFill/>
          <a:ln>
            <a:noFill/>
          </a:ln>
        </p:spPr>
        <p:txBody>
          <a:bodyPr anchorCtr="0" anchor="t" bIns="0" lIns="91425" spcFirstLastPara="1" rIns="91425" wrap="square" tIns="0">
            <a:noAutofit/>
          </a:bodyPr>
          <a:lstStyle>
            <a:lvl1pPr lvl="0" algn="l">
              <a:lnSpc>
                <a:spcPct val="100000"/>
              </a:lnSpc>
              <a:spcBef>
                <a:spcPts val="1000"/>
              </a:spcBef>
              <a:spcAft>
                <a:spcPts val="0"/>
              </a:spcAft>
              <a:buClr>
                <a:schemeClr val="lt1"/>
              </a:buClr>
              <a:buSzPts val="2400"/>
              <a:buFont typeface="Arial"/>
              <a:buNone/>
              <a:defRPr sz="2400">
                <a:solidFill>
                  <a:schemeClr val="lt1"/>
                </a:solidFill>
              </a:defRPr>
            </a:lvl1pPr>
            <a:lvl2pPr lvl="1" algn="ctr">
              <a:lnSpc>
                <a:spcPct val="110000"/>
              </a:lnSpc>
              <a:spcBef>
                <a:spcPts val="500"/>
              </a:spcBef>
              <a:spcAft>
                <a:spcPts val="0"/>
              </a:spcAft>
              <a:buClr>
                <a:schemeClr val="lt1"/>
              </a:buClr>
              <a:buSzPts val="2000"/>
              <a:buNone/>
              <a:defRPr sz="2000"/>
            </a:lvl2pPr>
            <a:lvl3pPr lvl="2" algn="ctr">
              <a:lnSpc>
                <a:spcPct val="110000"/>
              </a:lnSpc>
              <a:spcBef>
                <a:spcPts val="800"/>
              </a:spcBef>
              <a:spcAft>
                <a:spcPts val="0"/>
              </a:spcAft>
              <a:buClr>
                <a:schemeClr val="lt1"/>
              </a:buClr>
              <a:buSzPts val="1800"/>
              <a:buNone/>
              <a:defRPr sz="1800"/>
            </a:lvl3pPr>
            <a:lvl4pPr lvl="3" algn="ctr">
              <a:lnSpc>
                <a:spcPct val="110000"/>
              </a:lnSpc>
              <a:spcBef>
                <a:spcPts val="800"/>
              </a:spcBef>
              <a:spcAft>
                <a:spcPts val="0"/>
              </a:spcAft>
              <a:buClr>
                <a:schemeClr val="lt1"/>
              </a:buClr>
              <a:buSzPts val="1600"/>
              <a:buNone/>
              <a:defRPr sz="1600"/>
            </a:lvl4pPr>
            <a:lvl5pPr lvl="4" algn="ctr">
              <a:lnSpc>
                <a:spcPct val="110000"/>
              </a:lnSpc>
              <a:spcBef>
                <a:spcPts val="800"/>
              </a:spcBef>
              <a:spcAft>
                <a:spcPts val="0"/>
              </a:spcAft>
              <a:buClr>
                <a:schemeClr val="lt1"/>
              </a:buClr>
              <a:buSzPts val="1600"/>
              <a:buNone/>
              <a:defRPr sz="1600"/>
            </a:lvl5pPr>
            <a:lvl6pPr lvl="5" algn="ctr">
              <a:lnSpc>
                <a:spcPct val="90000"/>
              </a:lnSpc>
              <a:spcBef>
                <a:spcPts val="800"/>
              </a:spcBef>
              <a:spcAft>
                <a:spcPts val="0"/>
              </a:spcAft>
              <a:buClr>
                <a:schemeClr val="lt1"/>
              </a:buClr>
              <a:buSzPts val="1600"/>
              <a:buNone/>
              <a:defRPr sz="1600"/>
            </a:lvl6pPr>
            <a:lvl7pPr lvl="6" algn="ctr">
              <a:lnSpc>
                <a:spcPct val="90000"/>
              </a:lnSpc>
              <a:spcBef>
                <a:spcPts val="500"/>
              </a:spcBef>
              <a:spcAft>
                <a:spcPts val="0"/>
              </a:spcAft>
              <a:buClr>
                <a:schemeClr val="lt1"/>
              </a:buClr>
              <a:buSzPts val="1600"/>
              <a:buNone/>
              <a:defRPr sz="1600"/>
            </a:lvl7pPr>
            <a:lvl8pPr lvl="7" algn="ctr">
              <a:lnSpc>
                <a:spcPct val="90000"/>
              </a:lnSpc>
              <a:spcBef>
                <a:spcPts val="500"/>
              </a:spcBef>
              <a:spcAft>
                <a:spcPts val="0"/>
              </a:spcAft>
              <a:buClr>
                <a:schemeClr val="lt1"/>
              </a:buClr>
              <a:buSzPts val="1600"/>
              <a:buNone/>
              <a:defRPr sz="1600"/>
            </a:lvl8pPr>
            <a:lvl9pPr lvl="8" algn="ctr">
              <a:lnSpc>
                <a:spcPct val="90000"/>
              </a:lnSpc>
              <a:spcBef>
                <a:spcPts val="500"/>
              </a:spcBef>
              <a:spcAft>
                <a:spcPts val="0"/>
              </a:spcAft>
              <a:buClr>
                <a:schemeClr val="lt1"/>
              </a:buClr>
              <a:buSzPts val="1600"/>
              <a:buNone/>
              <a:defRPr sz="1600"/>
            </a:lvl9pPr>
          </a:lstStyle>
          <a:p/>
        </p:txBody>
      </p:sp>
      <p:sp>
        <p:nvSpPr>
          <p:cNvPr id="216" name="Google Shape;216;p29"/>
          <p:cNvSpPr/>
          <p:nvPr/>
        </p:nvSpPr>
        <p:spPr>
          <a:xfrm>
            <a:off x="5668780" y="5059009"/>
            <a:ext cx="1080000" cy="1080000"/>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217" name="Google Shape;217;p29"/>
          <p:cNvGrpSpPr/>
          <p:nvPr/>
        </p:nvGrpSpPr>
        <p:grpSpPr>
          <a:xfrm>
            <a:off x="10708081" y="4012605"/>
            <a:ext cx="897877" cy="934082"/>
            <a:chOff x="5129684" y="1232940"/>
            <a:chExt cx="897877" cy="934082"/>
          </a:xfrm>
        </p:grpSpPr>
        <p:sp>
          <p:nvSpPr>
            <p:cNvPr id="218" name="Google Shape;218;p29"/>
            <p:cNvSpPr/>
            <p:nvPr/>
          </p:nvSpPr>
          <p:spPr>
            <a:xfrm rot="1800000">
              <a:off x="5356930" y="1363788"/>
              <a:ext cx="621086" cy="364601"/>
            </a:xfrm>
            <a:custGeom>
              <a:rect b="b" l="l" r="r" t="t"/>
              <a:pathLst>
                <a:path extrusionOk="0" h="317" w="540">
                  <a:moveTo>
                    <a:pt x="266" y="0"/>
                  </a:moveTo>
                  <a:lnTo>
                    <a:pt x="0" y="158"/>
                  </a:lnTo>
                  <a:lnTo>
                    <a:pt x="266" y="317"/>
                  </a:lnTo>
                  <a:lnTo>
                    <a:pt x="540" y="158"/>
                  </a:lnTo>
                  <a:lnTo>
                    <a:pt x="266" y="0"/>
                  </a:lnTo>
                  <a:close/>
                </a:path>
              </a:pathLst>
            </a:custGeom>
            <a:gradFill>
              <a:gsLst>
                <a:gs pos="0">
                  <a:srgbClr val="2B274A">
                    <a:alpha val="20000"/>
                  </a:srgbClr>
                </a:gs>
                <a:gs pos="20000">
                  <a:srgbClr val="2B274A">
                    <a:alpha val="20000"/>
                  </a:srgbClr>
                </a:gs>
                <a:gs pos="100000">
                  <a:srgbClr val="59EFC0">
                    <a:alpha val="20000"/>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19" name="Google Shape;219;p29"/>
            <p:cNvSpPr/>
            <p:nvPr/>
          </p:nvSpPr>
          <p:spPr>
            <a:xfrm rot="1800000">
              <a:off x="5243759" y="1430747"/>
              <a:ext cx="305942" cy="538275"/>
            </a:xfrm>
            <a:custGeom>
              <a:rect b="b" l="l" r="r" t="t"/>
              <a:pathLst>
                <a:path extrusionOk="0" h="468" w="266">
                  <a:moveTo>
                    <a:pt x="266" y="468"/>
                  </a:moveTo>
                  <a:lnTo>
                    <a:pt x="0" y="310"/>
                  </a:lnTo>
                  <a:lnTo>
                    <a:pt x="0" y="310"/>
                  </a:lnTo>
                  <a:lnTo>
                    <a:pt x="0" y="0"/>
                  </a:lnTo>
                  <a:lnTo>
                    <a:pt x="0" y="0"/>
                  </a:lnTo>
                  <a:lnTo>
                    <a:pt x="266" y="159"/>
                  </a:lnTo>
                  <a:lnTo>
                    <a:pt x="266" y="468"/>
                  </a:lnTo>
                  <a:close/>
                </a:path>
              </a:pathLst>
            </a:custGeom>
            <a:gradFill>
              <a:gsLst>
                <a:gs pos="0">
                  <a:srgbClr val="2B274A">
                    <a:alpha val="20000"/>
                  </a:srgbClr>
                </a:gs>
                <a:gs pos="20000">
                  <a:srgbClr val="2B274A">
                    <a:alpha val="20000"/>
                  </a:srgbClr>
                </a:gs>
                <a:gs pos="100000">
                  <a:srgbClr val="59EFC0">
                    <a:alpha val="20000"/>
                  </a:srgbClr>
                </a:gs>
              </a:gsLst>
              <a:lin ang="19799999"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20" name="Google Shape;220;p29"/>
            <p:cNvSpPr/>
            <p:nvPr/>
          </p:nvSpPr>
          <p:spPr>
            <a:xfrm rot="1800000">
              <a:off x="5508097" y="1586019"/>
              <a:ext cx="315144" cy="538275"/>
            </a:xfrm>
            <a:custGeom>
              <a:rect b="b" l="l" r="r" t="t"/>
              <a:pathLst>
                <a:path extrusionOk="0" h="468" w="274">
                  <a:moveTo>
                    <a:pt x="274" y="0"/>
                  </a:moveTo>
                  <a:lnTo>
                    <a:pt x="274" y="310"/>
                  </a:lnTo>
                  <a:lnTo>
                    <a:pt x="274" y="310"/>
                  </a:lnTo>
                  <a:lnTo>
                    <a:pt x="0" y="468"/>
                  </a:lnTo>
                  <a:lnTo>
                    <a:pt x="0" y="159"/>
                  </a:lnTo>
                  <a:lnTo>
                    <a:pt x="274" y="0"/>
                  </a:lnTo>
                  <a:lnTo>
                    <a:pt x="274" y="0"/>
                  </a:lnTo>
                  <a:close/>
                </a:path>
              </a:pathLst>
            </a:custGeom>
            <a:gradFill>
              <a:gsLst>
                <a:gs pos="0">
                  <a:srgbClr val="2B274A">
                    <a:alpha val="20000"/>
                  </a:srgbClr>
                </a:gs>
                <a:gs pos="20000">
                  <a:srgbClr val="2B274A">
                    <a:alpha val="20000"/>
                  </a:srgbClr>
                </a:gs>
                <a:gs pos="100000">
                  <a:srgbClr val="59EFC0">
                    <a:alpha val="20000"/>
                  </a:srgbClr>
                </a:gs>
              </a:gsLst>
              <a:lin ang="18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221" name="Google Shape;221;p29"/>
          <p:cNvSpPr/>
          <p:nvPr>
            <p:ph idx="2" type="pic"/>
          </p:nvPr>
        </p:nvSpPr>
        <p:spPr>
          <a:xfrm>
            <a:off x="5678049" y="788713"/>
            <a:ext cx="5132388" cy="5132388"/>
          </a:xfrm>
          <a:prstGeom prst="rect">
            <a:avLst/>
          </a:prstGeom>
          <a:solidFill>
            <a:schemeClr val="accent5"/>
          </a:solidFill>
          <a:ln>
            <a:noFill/>
          </a:ln>
        </p:spPr>
      </p:sp>
      <p:sp>
        <p:nvSpPr>
          <p:cNvPr id="222" name="Google Shape;222;p29"/>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3" name="Google Shape;223;p29"/>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4" name="Google Shape;224;p29"/>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subtitle">
  <p:cSld name="Title + subtitle">
    <p:spTree>
      <p:nvGrpSpPr>
        <p:cNvPr id="225" name="Shape 225"/>
        <p:cNvGrpSpPr/>
        <p:nvPr/>
      </p:nvGrpSpPr>
      <p:grpSpPr>
        <a:xfrm>
          <a:off x="0" y="0"/>
          <a:ext cx="0" cy="0"/>
          <a:chOff x="0" y="0"/>
          <a:chExt cx="0" cy="0"/>
        </a:xfrm>
      </p:grpSpPr>
      <p:sp>
        <p:nvSpPr>
          <p:cNvPr id="226" name="Google Shape;226;p30"/>
          <p:cNvSpPr/>
          <p:nvPr>
            <p:ph idx="2" type="pic"/>
          </p:nvPr>
        </p:nvSpPr>
        <p:spPr>
          <a:xfrm>
            <a:off x="0" y="0"/>
            <a:ext cx="12192000" cy="6858000"/>
          </a:xfrm>
          <a:prstGeom prst="rect">
            <a:avLst/>
          </a:prstGeom>
          <a:noFill/>
          <a:ln>
            <a:noFill/>
          </a:ln>
        </p:spPr>
      </p:sp>
      <p:sp>
        <p:nvSpPr>
          <p:cNvPr id="227" name="Google Shape;227;p30"/>
          <p:cNvSpPr txBox="1"/>
          <p:nvPr>
            <p:ph type="ctrTitle"/>
          </p:nvPr>
        </p:nvSpPr>
        <p:spPr>
          <a:xfrm>
            <a:off x="1524000" y="1376680"/>
            <a:ext cx="9144000" cy="2286000"/>
          </a:xfrm>
          <a:prstGeom prst="rect">
            <a:avLst/>
          </a:prstGeom>
          <a:noFill/>
          <a:ln>
            <a:noFill/>
          </a:ln>
        </p:spPr>
        <p:txBody>
          <a:bodyPr anchorCtr="0" anchor="b" bIns="0" lIns="0" spcFirstLastPara="1" rIns="0" wrap="square" tIns="0">
            <a:noAutofit/>
          </a:bodyPr>
          <a:lstStyle>
            <a:lvl1pPr lvl="0" algn="ctr">
              <a:lnSpc>
                <a:spcPct val="90000"/>
              </a:lnSpc>
              <a:spcBef>
                <a:spcPts val="0"/>
              </a:spcBef>
              <a:spcAft>
                <a:spcPts val="0"/>
              </a:spcAft>
              <a:buClr>
                <a:schemeClr val="lt1"/>
              </a:buClr>
              <a:buSzPts val="5400"/>
              <a:buFont typeface="Play"/>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28" name="Google Shape;228;p30"/>
          <p:cNvSpPr txBox="1"/>
          <p:nvPr>
            <p:ph idx="1" type="subTitle"/>
          </p:nvPr>
        </p:nvSpPr>
        <p:spPr>
          <a:xfrm>
            <a:off x="1524000" y="3799840"/>
            <a:ext cx="9144000" cy="2286000"/>
          </a:xfrm>
          <a:prstGeom prst="rect">
            <a:avLst/>
          </a:prstGeom>
          <a:noFill/>
          <a:ln>
            <a:noFill/>
          </a:ln>
        </p:spPr>
        <p:txBody>
          <a:bodyPr anchorCtr="0" anchor="t" bIns="0" lIns="0" spcFirstLastPara="1" rIns="0" wrap="square" tIns="0">
            <a:noAutofit/>
          </a:bodyPr>
          <a:lstStyle>
            <a:lvl1pPr lvl="0" algn="ctr">
              <a:lnSpc>
                <a:spcPct val="110000"/>
              </a:lnSpc>
              <a:spcBef>
                <a:spcPts val="1000"/>
              </a:spcBef>
              <a:spcAft>
                <a:spcPts val="0"/>
              </a:spcAft>
              <a:buClr>
                <a:schemeClr val="lt1"/>
              </a:buClr>
              <a:buSzPts val="1800"/>
              <a:buNone/>
              <a:defRPr sz="1800">
                <a:solidFill>
                  <a:schemeClr val="lt1"/>
                </a:solidFill>
              </a:defRPr>
            </a:lvl1pPr>
            <a:lvl2pPr lvl="1" algn="ctr">
              <a:lnSpc>
                <a:spcPct val="110000"/>
              </a:lnSpc>
              <a:spcBef>
                <a:spcPts val="800"/>
              </a:spcBef>
              <a:spcAft>
                <a:spcPts val="0"/>
              </a:spcAft>
              <a:buClr>
                <a:schemeClr val="lt1"/>
              </a:buClr>
              <a:buSzPts val="2000"/>
              <a:buNone/>
              <a:defRPr sz="2000"/>
            </a:lvl2pPr>
            <a:lvl3pPr lvl="2" algn="ctr">
              <a:lnSpc>
                <a:spcPct val="110000"/>
              </a:lnSpc>
              <a:spcBef>
                <a:spcPts val="800"/>
              </a:spcBef>
              <a:spcAft>
                <a:spcPts val="0"/>
              </a:spcAft>
              <a:buClr>
                <a:schemeClr val="lt1"/>
              </a:buClr>
              <a:buSzPts val="1800"/>
              <a:buNone/>
              <a:defRPr sz="1800"/>
            </a:lvl3pPr>
            <a:lvl4pPr lvl="3" algn="ctr">
              <a:lnSpc>
                <a:spcPct val="110000"/>
              </a:lnSpc>
              <a:spcBef>
                <a:spcPts val="800"/>
              </a:spcBef>
              <a:spcAft>
                <a:spcPts val="0"/>
              </a:spcAft>
              <a:buClr>
                <a:schemeClr val="lt1"/>
              </a:buClr>
              <a:buSzPts val="1600"/>
              <a:buNone/>
              <a:defRPr sz="1600"/>
            </a:lvl4pPr>
            <a:lvl5pPr lvl="4" algn="ctr">
              <a:lnSpc>
                <a:spcPct val="110000"/>
              </a:lnSpc>
              <a:spcBef>
                <a:spcPts val="800"/>
              </a:spcBef>
              <a:spcAft>
                <a:spcPts val="0"/>
              </a:spcAft>
              <a:buClr>
                <a:schemeClr val="lt1"/>
              </a:buClr>
              <a:buSzPts val="1600"/>
              <a:buNone/>
              <a:defRPr sz="1600"/>
            </a:lvl5pPr>
            <a:lvl6pPr lvl="5" algn="ctr">
              <a:lnSpc>
                <a:spcPct val="90000"/>
              </a:lnSpc>
              <a:spcBef>
                <a:spcPts val="800"/>
              </a:spcBef>
              <a:spcAft>
                <a:spcPts val="0"/>
              </a:spcAft>
              <a:buClr>
                <a:schemeClr val="lt1"/>
              </a:buClr>
              <a:buSzPts val="1600"/>
              <a:buNone/>
              <a:defRPr sz="1600"/>
            </a:lvl6pPr>
            <a:lvl7pPr lvl="6" algn="ctr">
              <a:lnSpc>
                <a:spcPct val="90000"/>
              </a:lnSpc>
              <a:spcBef>
                <a:spcPts val="500"/>
              </a:spcBef>
              <a:spcAft>
                <a:spcPts val="0"/>
              </a:spcAft>
              <a:buClr>
                <a:schemeClr val="lt1"/>
              </a:buClr>
              <a:buSzPts val="1600"/>
              <a:buNone/>
              <a:defRPr sz="1600"/>
            </a:lvl7pPr>
            <a:lvl8pPr lvl="7" algn="ctr">
              <a:lnSpc>
                <a:spcPct val="90000"/>
              </a:lnSpc>
              <a:spcBef>
                <a:spcPts val="500"/>
              </a:spcBef>
              <a:spcAft>
                <a:spcPts val="0"/>
              </a:spcAft>
              <a:buClr>
                <a:schemeClr val="lt1"/>
              </a:buClr>
              <a:buSzPts val="1600"/>
              <a:buNone/>
              <a:defRPr sz="1600"/>
            </a:lvl8pPr>
            <a:lvl9pPr lvl="8" algn="ctr">
              <a:lnSpc>
                <a:spcPct val="90000"/>
              </a:lnSpc>
              <a:spcBef>
                <a:spcPts val="500"/>
              </a:spcBef>
              <a:spcAft>
                <a:spcPts val="0"/>
              </a:spcAft>
              <a:buClr>
                <a:schemeClr val="lt1"/>
              </a:buClr>
              <a:buSzPts val="1600"/>
              <a:buNone/>
              <a:defRPr sz="1600"/>
            </a:lvl9pPr>
          </a:lstStyle>
          <a:p/>
        </p:txBody>
      </p:sp>
      <p:sp>
        <p:nvSpPr>
          <p:cNvPr id="229" name="Google Shape;229;p30"/>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0" name="Google Shape;230;p30"/>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1" name="Google Shape;231;p30"/>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 table">
  <p:cSld name="Content + table">
    <p:spTree>
      <p:nvGrpSpPr>
        <p:cNvPr id="232" name="Shape 232"/>
        <p:cNvGrpSpPr/>
        <p:nvPr/>
      </p:nvGrpSpPr>
      <p:grpSpPr>
        <a:xfrm>
          <a:off x="0" y="0"/>
          <a:ext cx="0" cy="0"/>
          <a:chOff x="0" y="0"/>
          <a:chExt cx="0" cy="0"/>
        </a:xfrm>
      </p:grpSpPr>
      <p:sp>
        <p:nvSpPr>
          <p:cNvPr id="233" name="Google Shape;233;p31"/>
          <p:cNvSpPr txBox="1"/>
          <p:nvPr>
            <p:ph type="title"/>
          </p:nvPr>
        </p:nvSpPr>
        <p:spPr>
          <a:xfrm>
            <a:off x="550863" y="550801"/>
            <a:ext cx="11090275" cy="123736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lt1"/>
              </a:buClr>
              <a:buSzPts val="4000"/>
              <a:buFont typeface="Pla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4" name="Google Shape;234;p31"/>
          <p:cNvSpPr txBox="1"/>
          <p:nvPr>
            <p:ph idx="1" type="body"/>
          </p:nvPr>
        </p:nvSpPr>
        <p:spPr>
          <a:xfrm>
            <a:off x="553720" y="1917065"/>
            <a:ext cx="2921000" cy="4297680"/>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800"/>
              <a:buNone/>
              <a:defRPr sz="1800">
                <a:solidFill>
                  <a:schemeClr val="lt1"/>
                </a:solidFill>
              </a:defRPr>
            </a:lvl1pPr>
            <a:lvl2pPr indent="-304800" lvl="1" marL="914400" algn="l">
              <a:lnSpc>
                <a:spcPct val="110000"/>
              </a:lnSpc>
              <a:spcBef>
                <a:spcPts val="800"/>
              </a:spcBef>
              <a:spcAft>
                <a:spcPts val="0"/>
              </a:spcAft>
              <a:buClr>
                <a:schemeClr val="lt1"/>
              </a:buClr>
              <a:buSzPts val="1200"/>
              <a:buChar char="•"/>
              <a:defRPr sz="1200">
                <a:solidFill>
                  <a:schemeClr val="lt1"/>
                </a:solidFill>
              </a:defRPr>
            </a:lvl2pPr>
            <a:lvl3pPr indent="-304800" lvl="2" marL="1371600" algn="l">
              <a:lnSpc>
                <a:spcPct val="110000"/>
              </a:lnSpc>
              <a:spcBef>
                <a:spcPts val="800"/>
              </a:spcBef>
              <a:spcAft>
                <a:spcPts val="0"/>
              </a:spcAft>
              <a:buClr>
                <a:schemeClr val="lt1"/>
              </a:buClr>
              <a:buSzPts val="1200"/>
              <a:buChar char="•"/>
              <a:defRPr sz="1200">
                <a:solidFill>
                  <a:schemeClr val="lt1"/>
                </a:solidFill>
              </a:defRPr>
            </a:lvl3pPr>
            <a:lvl4pPr indent="-304800" lvl="3" marL="1828800" algn="l">
              <a:lnSpc>
                <a:spcPct val="110000"/>
              </a:lnSpc>
              <a:spcBef>
                <a:spcPts val="800"/>
              </a:spcBef>
              <a:spcAft>
                <a:spcPts val="0"/>
              </a:spcAft>
              <a:buClr>
                <a:schemeClr val="lt1"/>
              </a:buClr>
              <a:buSzPts val="1200"/>
              <a:buChar char="•"/>
              <a:defRPr sz="1200">
                <a:solidFill>
                  <a:schemeClr val="lt1"/>
                </a:solidFill>
              </a:defRPr>
            </a:lvl4pPr>
            <a:lvl5pPr indent="-304800" lvl="4" marL="2286000" algn="l">
              <a:lnSpc>
                <a:spcPct val="110000"/>
              </a:lnSpc>
              <a:spcBef>
                <a:spcPts val="800"/>
              </a:spcBef>
              <a:spcAft>
                <a:spcPts val="0"/>
              </a:spcAft>
              <a:buClr>
                <a:schemeClr val="lt1"/>
              </a:buClr>
              <a:buSzPts val="1200"/>
              <a:buChar char="•"/>
              <a:defRPr sz="12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235" name="Google Shape;235;p31"/>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6" name="Google Shape;236;p31"/>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7" name="Google Shape;237;p31"/>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wo Content">
  <p:cSld name="1_Two Content">
    <p:spTree>
      <p:nvGrpSpPr>
        <p:cNvPr id="238" name="Shape 238"/>
        <p:cNvGrpSpPr/>
        <p:nvPr/>
      </p:nvGrpSpPr>
      <p:grpSpPr>
        <a:xfrm>
          <a:off x="0" y="0"/>
          <a:ext cx="0" cy="0"/>
          <a:chOff x="0" y="0"/>
          <a:chExt cx="0" cy="0"/>
        </a:xfrm>
      </p:grpSpPr>
      <p:sp>
        <p:nvSpPr>
          <p:cNvPr id="239" name="Google Shape;239;p32"/>
          <p:cNvSpPr/>
          <p:nvPr/>
        </p:nvSpPr>
        <p:spPr>
          <a:xfrm>
            <a:off x="11069864" y="333375"/>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40" name="Google Shape;240;p32"/>
          <p:cNvSpPr txBox="1"/>
          <p:nvPr>
            <p:ph type="title"/>
          </p:nvPr>
        </p:nvSpPr>
        <p:spPr>
          <a:xfrm>
            <a:off x="550863" y="488315"/>
            <a:ext cx="11090274" cy="1332000"/>
          </a:xfrm>
          <a:prstGeom prst="rect">
            <a:avLst/>
          </a:prstGeom>
          <a:noFill/>
          <a:ln>
            <a:noFill/>
          </a:ln>
        </p:spPr>
        <p:txBody>
          <a:bodyPr anchorCtr="0" anchor="t" bIns="0" lIns="0" spcFirstLastPara="1" rIns="0" wrap="square" tIns="0">
            <a:normAutofit/>
          </a:bodyPr>
          <a:lstStyle>
            <a:lvl1pPr lvl="0" algn="l">
              <a:lnSpc>
                <a:spcPct val="100000"/>
              </a:lnSpc>
              <a:spcBef>
                <a:spcPts val="0"/>
              </a:spcBef>
              <a:spcAft>
                <a:spcPts val="0"/>
              </a:spcAft>
              <a:buClr>
                <a:schemeClr val="lt1"/>
              </a:buClr>
              <a:buSzPts val="4000"/>
              <a:buFont typeface="Pla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grpSp>
        <p:nvGrpSpPr>
          <p:cNvPr id="241" name="Google Shape;241;p32"/>
          <p:cNvGrpSpPr/>
          <p:nvPr/>
        </p:nvGrpSpPr>
        <p:grpSpPr>
          <a:xfrm>
            <a:off x="10346504" y="1833152"/>
            <a:ext cx="1656714" cy="1656714"/>
            <a:chOff x="10112258" y="2147095"/>
            <a:chExt cx="1656714" cy="1656714"/>
          </a:xfrm>
        </p:grpSpPr>
        <p:sp>
          <p:nvSpPr>
            <p:cNvPr id="242" name="Google Shape;242;p32"/>
            <p:cNvSpPr/>
            <p:nvPr/>
          </p:nvSpPr>
          <p:spPr>
            <a:xfrm rot="8100000">
              <a:off x="10400615" y="2343978"/>
              <a:ext cx="1080000" cy="1262947"/>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3B3666"/>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43" name="Google Shape;243;p32"/>
            <p:cNvSpPr/>
            <p:nvPr/>
          </p:nvSpPr>
          <p:spPr>
            <a:xfrm rot="-8100000">
              <a:off x="10415015" y="2179851"/>
              <a:ext cx="540000" cy="1080000"/>
            </a:xfrm>
            <a:prstGeom prst="ellipse">
              <a:avLst/>
            </a:prstGeom>
            <a:gradFill>
              <a:gsLst>
                <a:gs pos="0">
                  <a:srgbClr val="453E75">
                    <a:alpha val="32941"/>
                  </a:srgbClr>
                </a:gs>
                <a:gs pos="100000">
                  <a:srgbClr val="59EFC0">
                    <a:alpha val="0"/>
                  </a:srgbClr>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244" name="Google Shape;244;p32"/>
          <p:cNvSpPr/>
          <p:nvPr/>
        </p:nvSpPr>
        <p:spPr>
          <a:xfrm>
            <a:off x="4295775" y="0"/>
            <a:ext cx="360000" cy="274638"/>
          </a:xfrm>
          <a:custGeom>
            <a:rect b="b" l="l" r="r" t="t"/>
            <a:pathLst>
              <a:path extrusionOk="0" h="274638" w="360000">
                <a:moveTo>
                  <a:pt x="30714" y="0"/>
                </a:moveTo>
                <a:lnTo>
                  <a:pt x="329286" y="0"/>
                </a:lnTo>
                <a:lnTo>
                  <a:pt x="345855" y="24574"/>
                </a:lnTo>
                <a:cubicBezTo>
                  <a:pt x="354963" y="46109"/>
                  <a:pt x="360000" y="69785"/>
                  <a:pt x="360000" y="94638"/>
                </a:cubicBezTo>
                <a:cubicBezTo>
                  <a:pt x="360000" y="194049"/>
                  <a:pt x="279411" y="274638"/>
                  <a:pt x="180000" y="274638"/>
                </a:cubicBezTo>
                <a:cubicBezTo>
                  <a:pt x="80589" y="274638"/>
                  <a:pt x="0" y="194049"/>
                  <a:pt x="0" y="94638"/>
                </a:cubicBezTo>
                <a:cubicBezTo>
                  <a:pt x="0" y="69785"/>
                  <a:pt x="5037" y="46109"/>
                  <a:pt x="14145" y="24574"/>
                </a:cubicBezTo>
                <a:close/>
              </a:path>
            </a:pathLst>
          </a:cu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245" name="Google Shape;245;p32"/>
          <p:cNvGrpSpPr/>
          <p:nvPr/>
        </p:nvGrpSpPr>
        <p:grpSpPr>
          <a:xfrm>
            <a:off x="233344" y="5384019"/>
            <a:ext cx="828357" cy="828357"/>
            <a:chOff x="2895711" y="1234487"/>
            <a:chExt cx="828357" cy="828357"/>
          </a:xfrm>
        </p:grpSpPr>
        <p:sp>
          <p:nvSpPr>
            <p:cNvPr id="246" name="Google Shape;246;p32"/>
            <p:cNvSpPr/>
            <p:nvPr/>
          </p:nvSpPr>
          <p:spPr>
            <a:xfrm rot="2700000">
              <a:off x="3039890" y="1332929"/>
              <a:ext cx="540000" cy="631474"/>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453E75"/>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47" name="Google Shape;247;p32"/>
            <p:cNvSpPr/>
            <p:nvPr/>
          </p:nvSpPr>
          <p:spPr>
            <a:xfrm rot="8100000">
              <a:off x="3047090" y="1506466"/>
              <a:ext cx="270000" cy="540000"/>
            </a:xfrm>
            <a:prstGeom prst="ellipse">
              <a:avLst/>
            </a:prstGeom>
            <a:gradFill>
              <a:gsLst>
                <a:gs pos="0">
                  <a:srgbClr val="221F3B"/>
                </a:gs>
                <a:gs pos="50000">
                  <a:srgbClr val="221F3B"/>
                </a:gs>
                <a:gs pos="100000">
                  <a:srgbClr val="2B274A"/>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248" name="Google Shape;248;p32"/>
          <p:cNvSpPr txBox="1"/>
          <p:nvPr>
            <p:ph idx="1" type="body"/>
          </p:nvPr>
        </p:nvSpPr>
        <p:spPr>
          <a:xfrm>
            <a:off x="550862" y="1965095"/>
            <a:ext cx="5435600" cy="3995650"/>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800"/>
              <a:buNone/>
              <a:defRPr sz="1800">
                <a:solidFill>
                  <a:schemeClr val="lt1"/>
                </a:solidFill>
              </a:defRPr>
            </a:lvl1pPr>
            <a:lvl2pPr indent="-342900" lvl="1" marL="914400" algn="l">
              <a:lnSpc>
                <a:spcPct val="110000"/>
              </a:lnSpc>
              <a:spcBef>
                <a:spcPts val="800"/>
              </a:spcBef>
              <a:spcAft>
                <a:spcPts val="0"/>
              </a:spcAft>
              <a:buClr>
                <a:schemeClr val="lt1"/>
              </a:buClr>
              <a:buSzPts val="1800"/>
              <a:buChar char="•"/>
              <a:defRPr sz="1800">
                <a:solidFill>
                  <a:schemeClr val="lt1"/>
                </a:solidFill>
              </a:defRPr>
            </a:lvl2pPr>
            <a:lvl3pPr indent="-342900" lvl="2" marL="1371600" algn="l">
              <a:lnSpc>
                <a:spcPct val="110000"/>
              </a:lnSpc>
              <a:spcBef>
                <a:spcPts val="800"/>
              </a:spcBef>
              <a:spcAft>
                <a:spcPts val="0"/>
              </a:spcAft>
              <a:buClr>
                <a:schemeClr val="lt1"/>
              </a:buClr>
              <a:buSzPts val="1800"/>
              <a:buChar char="•"/>
              <a:defRPr sz="1800">
                <a:solidFill>
                  <a:schemeClr val="lt1"/>
                </a:solidFill>
              </a:defRPr>
            </a:lvl3pPr>
            <a:lvl4pPr indent="-342900" lvl="3" marL="1828800" algn="l">
              <a:lnSpc>
                <a:spcPct val="110000"/>
              </a:lnSpc>
              <a:spcBef>
                <a:spcPts val="800"/>
              </a:spcBef>
              <a:spcAft>
                <a:spcPts val="0"/>
              </a:spcAft>
              <a:buClr>
                <a:schemeClr val="lt1"/>
              </a:buClr>
              <a:buSzPts val="1800"/>
              <a:buChar char="•"/>
              <a:defRPr sz="1800">
                <a:solidFill>
                  <a:schemeClr val="lt1"/>
                </a:solidFill>
              </a:defRPr>
            </a:lvl4pPr>
            <a:lvl5pPr indent="-342900" lvl="4" marL="2286000" algn="l">
              <a:lnSpc>
                <a:spcPct val="110000"/>
              </a:lnSpc>
              <a:spcBef>
                <a:spcPts val="800"/>
              </a:spcBef>
              <a:spcAft>
                <a:spcPts val="0"/>
              </a:spcAft>
              <a:buClr>
                <a:schemeClr val="lt1"/>
              </a:buClr>
              <a:buSzPts val="1800"/>
              <a:buChar char="•"/>
              <a:defRPr sz="18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249" name="Google Shape;249;p32"/>
          <p:cNvSpPr txBox="1"/>
          <p:nvPr>
            <p:ph idx="2" type="body"/>
          </p:nvPr>
        </p:nvSpPr>
        <p:spPr>
          <a:xfrm>
            <a:off x="6301305" y="1965095"/>
            <a:ext cx="5339397" cy="3995650"/>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800"/>
              <a:buNone/>
              <a:defRPr sz="1800">
                <a:solidFill>
                  <a:schemeClr val="lt1"/>
                </a:solidFill>
              </a:defRPr>
            </a:lvl1pPr>
            <a:lvl2pPr indent="-342900" lvl="1" marL="914400" algn="l">
              <a:lnSpc>
                <a:spcPct val="110000"/>
              </a:lnSpc>
              <a:spcBef>
                <a:spcPts val="800"/>
              </a:spcBef>
              <a:spcAft>
                <a:spcPts val="0"/>
              </a:spcAft>
              <a:buClr>
                <a:schemeClr val="lt1"/>
              </a:buClr>
              <a:buSzPts val="1800"/>
              <a:buChar char="•"/>
              <a:defRPr sz="1800">
                <a:solidFill>
                  <a:schemeClr val="lt1"/>
                </a:solidFill>
              </a:defRPr>
            </a:lvl2pPr>
            <a:lvl3pPr indent="-342900" lvl="2" marL="1371600" algn="l">
              <a:lnSpc>
                <a:spcPct val="110000"/>
              </a:lnSpc>
              <a:spcBef>
                <a:spcPts val="800"/>
              </a:spcBef>
              <a:spcAft>
                <a:spcPts val="0"/>
              </a:spcAft>
              <a:buClr>
                <a:schemeClr val="lt1"/>
              </a:buClr>
              <a:buSzPts val="1800"/>
              <a:buChar char="•"/>
              <a:defRPr sz="1800">
                <a:solidFill>
                  <a:schemeClr val="lt1"/>
                </a:solidFill>
              </a:defRPr>
            </a:lvl3pPr>
            <a:lvl4pPr indent="-342900" lvl="3" marL="1828800" algn="l">
              <a:lnSpc>
                <a:spcPct val="110000"/>
              </a:lnSpc>
              <a:spcBef>
                <a:spcPts val="800"/>
              </a:spcBef>
              <a:spcAft>
                <a:spcPts val="0"/>
              </a:spcAft>
              <a:buClr>
                <a:schemeClr val="lt1"/>
              </a:buClr>
              <a:buSzPts val="1800"/>
              <a:buChar char="•"/>
              <a:defRPr sz="1800">
                <a:solidFill>
                  <a:schemeClr val="lt1"/>
                </a:solidFill>
              </a:defRPr>
            </a:lvl4pPr>
            <a:lvl5pPr indent="-342900" lvl="4" marL="2286000" algn="l">
              <a:lnSpc>
                <a:spcPct val="110000"/>
              </a:lnSpc>
              <a:spcBef>
                <a:spcPts val="800"/>
              </a:spcBef>
              <a:spcAft>
                <a:spcPts val="0"/>
              </a:spcAft>
              <a:buClr>
                <a:schemeClr val="lt1"/>
              </a:buClr>
              <a:buSzPts val="1800"/>
              <a:buChar char="•"/>
              <a:defRPr sz="18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
        <p:nvSpPr>
          <p:cNvPr id="250" name="Google Shape;250;p32"/>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1" name="Google Shape;251;p32"/>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2" name="Google Shape;252;p32"/>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253" name="Shape 253"/>
        <p:cNvGrpSpPr/>
        <p:nvPr/>
      </p:nvGrpSpPr>
      <p:grpSpPr>
        <a:xfrm>
          <a:off x="0" y="0"/>
          <a:ext cx="0" cy="0"/>
          <a:chOff x="0" y="0"/>
          <a:chExt cx="0" cy="0"/>
        </a:xfrm>
      </p:grpSpPr>
      <p:sp>
        <p:nvSpPr>
          <p:cNvPr id="254" name="Google Shape;254;p33"/>
          <p:cNvSpPr txBox="1"/>
          <p:nvPr>
            <p:ph type="title"/>
          </p:nvPr>
        </p:nvSpPr>
        <p:spPr>
          <a:xfrm>
            <a:off x="550863" y="560961"/>
            <a:ext cx="11090275" cy="118656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lt1"/>
              </a:buClr>
              <a:buSzPts val="4000"/>
              <a:buFont typeface="Pla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5" name="Google Shape;255;p33"/>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6" name="Google Shape;256;p33"/>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7" name="Google Shape;257;p33"/>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258" name="Google Shape;258;p33"/>
          <p:cNvSpPr txBox="1"/>
          <p:nvPr>
            <p:ph idx="1" type="body"/>
          </p:nvPr>
        </p:nvSpPr>
        <p:spPr>
          <a:xfrm>
            <a:off x="550861" y="1917064"/>
            <a:ext cx="11090275" cy="4297679"/>
          </a:xfrm>
          <a:prstGeom prst="rect">
            <a:avLst/>
          </a:prstGeom>
          <a:noFill/>
          <a:ln>
            <a:noFill/>
          </a:ln>
        </p:spPr>
        <p:txBody>
          <a:bodyPr anchorCtr="0" anchor="t" bIns="0" lIns="0" spcFirstLastPara="1" rIns="0" wrap="square" tIns="0">
            <a:normAutofit/>
          </a:bodyPr>
          <a:lstStyle>
            <a:lvl1pPr indent="-228600" lvl="0" marL="457200" algn="l">
              <a:lnSpc>
                <a:spcPct val="110000"/>
              </a:lnSpc>
              <a:spcBef>
                <a:spcPts val="1000"/>
              </a:spcBef>
              <a:spcAft>
                <a:spcPts val="0"/>
              </a:spcAft>
              <a:buClr>
                <a:schemeClr val="lt1"/>
              </a:buClr>
              <a:buSzPts val="1800"/>
              <a:buNone/>
              <a:defRPr sz="1800">
                <a:solidFill>
                  <a:schemeClr val="lt1"/>
                </a:solidFill>
              </a:defRPr>
            </a:lvl1pPr>
            <a:lvl2pPr indent="-342900" lvl="1" marL="914400" algn="l">
              <a:lnSpc>
                <a:spcPct val="110000"/>
              </a:lnSpc>
              <a:spcBef>
                <a:spcPts val="800"/>
              </a:spcBef>
              <a:spcAft>
                <a:spcPts val="0"/>
              </a:spcAft>
              <a:buClr>
                <a:schemeClr val="lt1"/>
              </a:buClr>
              <a:buSzPts val="1800"/>
              <a:buChar char="•"/>
              <a:defRPr sz="1800">
                <a:solidFill>
                  <a:schemeClr val="lt1"/>
                </a:solidFill>
              </a:defRPr>
            </a:lvl2pPr>
            <a:lvl3pPr indent="-342900" lvl="2" marL="1371600" algn="l">
              <a:lnSpc>
                <a:spcPct val="110000"/>
              </a:lnSpc>
              <a:spcBef>
                <a:spcPts val="800"/>
              </a:spcBef>
              <a:spcAft>
                <a:spcPts val="0"/>
              </a:spcAft>
              <a:buClr>
                <a:schemeClr val="lt1"/>
              </a:buClr>
              <a:buSzPts val="1800"/>
              <a:buChar char="•"/>
              <a:defRPr sz="1800">
                <a:solidFill>
                  <a:schemeClr val="lt1"/>
                </a:solidFill>
              </a:defRPr>
            </a:lvl3pPr>
            <a:lvl4pPr indent="-342900" lvl="3" marL="1828800" algn="l">
              <a:lnSpc>
                <a:spcPct val="110000"/>
              </a:lnSpc>
              <a:spcBef>
                <a:spcPts val="800"/>
              </a:spcBef>
              <a:spcAft>
                <a:spcPts val="0"/>
              </a:spcAft>
              <a:buClr>
                <a:schemeClr val="lt1"/>
              </a:buClr>
              <a:buSzPts val="1800"/>
              <a:buChar char="•"/>
              <a:defRPr sz="1800">
                <a:solidFill>
                  <a:schemeClr val="lt1"/>
                </a:solidFill>
              </a:defRPr>
            </a:lvl4pPr>
            <a:lvl5pPr indent="-342900" lvl="4" marL="2286000" algn="l">
              <a:lnSpc>
                <a:spcPct val="110000"/>
              </a:lnSpc>
              <a:spcBef>
                <a:spcPts val="800"/>
              </a:spcBef>
              <a:spcAft>
                <a:spcPts val="0"/>
              </a:spcAft>
              <a:buClr>
                <a:schemeClr val="lt1"/>
              </a:buClr>
              <a:buSzPts val="1800"/>
              <a:buChar char="•"/>
              <a:defRPr sz="1800">
                <a:solidFill>
                  <a:schemeClr val="lt1"/>
                </a:solidFill>
              </a:defRPr>
            </a:lvl5pPr>
            <a:lvl6pPr indent="-342900" lvl="5" marL="2743200" algn="l">
              <a:lnSpc>
                <a:spcPct val="90000"/>
              </a:lnSpc>
              <a:spcBef>
                <a:spcPts val="800"/>
              </a:spcBef>
              <a:spcAft>
                <a:spcPts val="0"/>
              </a:spcAft>
              <a:buClr>
                <a:schemeClr val="lt1"/>
              </a:buClr>
              <a:buSzPts val="1800"/>
              <a:buChar char="•"/>
              <a:defRPr/>
            </a:lvl6pPr>
            <a:lvl7pPr indent="-342900" lvl="6" marL="3200400" algn="l">
              <a:lnSpc>
                <a:spcPct val="90000"/>
              </a:lnSpc>
              <a:spcBef>
                <a:spcPts val="500"/>
              </a:spcBef>
              <a:spcAft>
                <a:spcPts val="0"/>
              </a:spcAft>
              <a:buClr>
                <a:schemeClr val="lt1"/>
              </a:buClr>
              <a:buSzPts val="1800"/>
              <a:buChar char="•"/>
              <a:defRPr/>
            </a:lvl7pPr>
            <a:lvl8pPr indent="-342900" lvl="7" marL="3657600" algn="l">
              <a:lnSpc>
                <a:spcPct val="90000"/>
              </a:lnSpc>
              <a:spcBef>
                <a:spcPts val="500"/>
              </a:spcBef>
              <a:spcAft>
                <a:spcPts val="0"/>
              </a:spcAft>
              <a:buClr>
                <a:schemeClr val="lt1"/>
              </a:buClr>
              <a:buSzPts val="1800"/>
              <a:buChar char="•"/>
              <a:defRPr/>
            </a:lvl8pPr>
            <a:lvl9pPr indent="-342900" lvl="8" marL="4114800" algn="l">
              <a:lnSpc>
                <a:spcPct val="90000"/>
              </a:lnSpc>
              <a:spcBef>
                <a:spcPts val="500"/>
              </a:spcBef>
              <a:spcAft>
                <a:spcPts val="0"/>
              </a:spcAft>
              <a:buClr>
                <a:schemeClr val="lt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11" Type="http://schemas.openxmlformats.org/officeDocument/2006/relationships/slideLayout" Target="../slideLayouts/slideLayout11.xml"/><Relationship Id="rId22" Type="http://schemas.openxmlformats.org/officeDocument/2006/relationships/slideLayout" Target="../slideLayouts/slideLayout22.xml"/><Relationship Id="rId10" Type="http://schemas.openxmlformats.org/officeDocument/2006/relationships/slideLayout" Target="../slideLayouts/slideLayout10.xml"/><Relationship Id="rId21" Type="http://schemas.openxmlformats.org/officeDocument/2006/relationships/slideLayout" Target="../slideLayouts/slideLayout21.xml"/><Relationship Id="rId13" Type="http://schemas.openxmlformats.org/officeDocument/2006/relationships/slideLayout" Target="../slideLayouts/slideLayout13.xml"/><Relationship Id="rId24" Type="http://schemas.openxmlformats.org/officeDocument/2006/relationships/theme" Target="../theme/theme1.xml"/><Relationship Id="rId12" Type="http://schemas.openxmlformats.org/officeDocument/2006/relationships/slideLayout" Target="../slideLayouts/slideLayout12.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9" name="Shape 9"/>
        <p:cNvGrpSpPr/>
        <p:nvPr/>
      </p:nvGrpSpPr>
      <p:grpSpPr>
        <a:xfrm>
          <a:off x="0" y="0"/>
          <a:ext cx="0" cy="0"/>
          <a:chOff x="0" y="0"/>
          <a:chExt cx="0" cy="0"/>
        </a:xfrm>
      </p:grpSpPr>
      <p:sp>
        <p:nvSpPr>
          <p:cNvPr id="10" name="Google Shape;10;p10"/>
          <p:cNvSpPr txBox="1"/>
          <p:nvPr>
            <p:ph type="title"/>
          </p:nvPr>
        </p:nvSpPr>
        <p:spPr>
          <a:xfrm>
            <a:off x="550863" y="550800"/>
            <a:ext cx="11090275" cy="1333057"/>
          </a:xfrm>
          <a:prstGeom prst="rect">
            <a:avLst/>
          </a:prstGeom>
          <a:noFill/>
          <a:ln>
            <a:noFill/>
          </a:ln>
        </p:spPr>
        <p:txBody>
          <a:bodyPr anchorCtr="0" anchor="t" bIns="0" lIns="0" spcFirstLastPara="1" rIns="0" wrap="square" tIns="0">
            <a:normAutofit/>
          </a:bodyPr>
          <a:lstStyle>
            <a:lvl1pPr lvl="0" marR="0" rtl="0" algn="l">
              <a:lnSpc>
                <a:spcPct val="90000"/>
              </a:lnSpc>
              <a:spcBef>
                <a:spcPts val="0"/>
              </a:spcBef>
              <a:spcAft>
                <a:spcPts val="0"/>
              </a:spcAft>
              <a:buClr>
                <a:schemeClr val="lt1"/>
              </a:buClr>
              <a:buSzPts val="4800"/>
              <a:buFont typeface="Play"/>
              <a:buNone/>
              <a:defRPr b="0" i="0" sz="4800" u="none" cap="none" strike="noStrik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0"/>
          <p:cNvSpPr txBox="1"/>
          <p:nvPr>
            <p:ph idx="1" type="body"/>
          </p:nvPr>
        </p:nvSpPr>
        <p:spPr>
          <a:xfrm>
            <a:off x="550863" y="2113862"/>
            <a:ext cx="11091600" cy="3978963"/>
          </a:xfrm>
          <a:prstGeom prst="rect">
            <a:avLst/>
          </a:prstGeom>
          <a:noFill/>
          <a:ln>
            <a:noFill/>
          </a:ln>
        </p:spPr>
        <p:txBody>
          <a:bodyPr anchorCtr="0" anchor="t" bIns="0" lIns="0" spcFirstLastPara="1" rIns="0" wrap="square" tIns="0">
            <a:normAutofit/>
          </a:bodyPr>
          <a:lstStyle>
            <a:lvl1pPr indent="-381000" lvl="0" marL="457200" marR="0" rtl="0" algn="l">
              <a:lnSpc>
                <a:spcPct val="110000"/>
              </a:lnSpc>
              <a:spcBef>
                <a:spcPts val="1000"/>
              </a:spcBef>
              <a:spcAft>
                <a:spcPts val="0"/>
              </a:spcAft>
              <a:buClr>
                <a:schemeClr val="lt1"/>
              </a:buClr>
              <a:buSzPts val="2400"/>
              <a:buFont typeface="Arial"/>
              <a:buChar char="•"/>
              <a:defRPr b="0" i="0" sz="2400" u="none" cap="none" strike="noStrike">
                <a:solidFill>
                  <a:schemeClr val="lt1"/>
                </a:solidFill>
                <a:latin typeface="Gill Sans"/>
                <a:ea typeface="Gill Sans"/>
                <a:cs typeface="Gill Sans"/>
                <a:sym typeface="Gill Sans"/>
              </a:defRPr>
            </a:lvl1pPr>
            <a:lvl2pPr indent="-330200" lvl="1" marL="914400" marR="0" rtl="0" algn="l">
              <a:lnSpc>
                <a:spcPct val="110000"/>
              </a:lnSpc>
              <a:spcBef>
                <a:spcPts val="800"/>
              </a:spcBef>
              <a:spcAft>
                <a:spcPts val="0"/>
              </a:spcAft>
              <a:buClr>
                <a:schemeClr val="lt1"/>
              </a:buClr>
              <a:buSzPts val="1600"/>
              <a:buFont typeface="Arial"/>
              <a:buChar char="•"/>
              <a:defRPr b="0" i="0" sz="1600" u="none" cap="none" strike="noStrike">
                <a:solidFill>
                  <a:schemeClr val="lt1"/>
                </a:solidFill>
                <a:latin typeface="Gill Sans"/>
                <a:ea typeface="Gill Sans"/>
                <a:cs typeface="Gill Sans"/>
                <a:sym typeface="Gill Sans"/>
              </a:defRPr>
            </a:lvl2pPr>
            <a:lvl3pPr indent="-330200" lvl="2" marL="1371600" marR="0" rtl="0" algn="l">
              <a:lnSpc>
                <a:spcPct val="110000"/>
              </a:lnSpc>
              <a:spcBef>
                <a:spcPts val="800"/>
              </a:spcBef>
              <a:spcAft>
                <a:spcPts val="0"/>
              </a:spcAft>
              <a:buClr>
                <a:schemeClr val="lt1"/>
              </a:buClr>
              <a:buSzPts val="1600"/>
              <a:buFont typeface="Arial"/>
              <a:buChar char="•"/>
              <a:defRPr b="0" i="0" sz="1600" u="none" cap="none" strike="noStrike">
                <a:solidFill>
                  <a:schemeClr val="lt1"/>
                </a:solidFill>
                <a:latin typeface="Gill Sans"/>
                <a:ea typeface="Gill Sans"/>
                <a:cs typeface="Gill Sans"/>
                <a:sym typeface="Gill Sans"/>
              </a:defRPr>
            </a:lvl3pPr>
            <a:lvl4pPr indent="-330200" lvl="3" marL="1828800" marR="0" rtl="0" algn="l">
              <a:lnSpc>
                <a:spcPct val="110000"/>
              </a:lnSpc>
              <a:spcBef>
                <a:spcPts val="800"/>
              </a:spcBef>
              <a:spcAft>
                <a:spcPts val="0"/>
              </a:spcAft>
              <a:buClr>
                <a:schemeClr val="lt1"/>
              </a:buClr>
              <a:buSzPts val="1600"/>
              <a:buFont typeface="Arial"/>
              <a:buChar char="•"/>
              <a:defRPr b="0" i="0" sz="1600" u="none" cap="none" strike="noStrike">
                <a:solidFill>
                  <a:schemeClr val="lt1"/>
                </a:solidFill>
                <a:latin typeface="Gill Sans"/>
                <a:ea typeface="Gill Sans"/>
                <a:cs typeface="Gill Sans"/>
                <a:sym typeface="Gill Sans"/>
              </a:defRPr>
            </a:lvl4pPr>
            <a:lvl5pPr indent="-330200" lvl="4" marL="2286000" marR="0" rtl="0" algn="l">
              <a:lnSpc>
                <a:spcPct val="110000"/>
              </a:lnSpc>
              <a:spcBef>
                <a:spcPts val="800"/>
              </a:spcBef>
              <a:spcAft>
                <a:spcPts val="0"/>
              </a:spcAft>
              <a:buClr>
                <a:schemeClr val="lt1"/>
              </a:buClr>
              <a:buSzPts val="1600"/>
              <a:buFont typeface="Arial"/>
              <a:buChar char="•"/>
              <a:defRPr b="0" i="0" sz="1600" u="none" cap="none" strike="noStrike">
                <a:solidFill>
                  <a:schemeClr val="lt1"/>
                </a:solidFill>
                <a:latin typeface="Gill Sans"/>
                <a:ea typeface="Gill Sans"/>
                <a:cs typeface="Gill Sans"/>
                <a:sym typeface="Gill Sans"/>
              </a:defRPr>
            </a:lvl5pPr>
            <a:lvl6pPr indent="-342900" lvl="5" marL="2743200" marR="0" rtl="0" algn="l">
              <a:lnSpc>
                <a:spcPct val="90000"/>
              </a:lnSpc>
              <a:spcBef>
                <a:spcPts val="800"/>
              </a:spcBef>
              <a:spcAft>
                <a:spcPts val="0"/>
              </a:spcAft>
              <a:buClr>
                <a:schemeClr val="lt1"/>
              </a:buClr>
              <a:buSzPts val="1800"/>
              <a:buFont typeface="Arial"/>
              <a:buChar char="•"/>
              <a:defRPr b="0" i="0" sz="1800" u="none" cap="none" strike="noStrike">
                <a:solidFill>
                  <a:schemeClr val="lt1"/>
                </a:solidFill>
                <a:latin typeface="Gill Sans"/>
                <a:ea typeface="Gill Sans"/>
                <a:cs typeface="Gill Sans"/>
                <a:sym typeface="Gill Sans"/>
              </a:defRPr>
            </a:lvl6pPr>
            <a:lvl7pPr indent="-342900" lvl="6" marL="32004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Gill Sans"/>
                <a:ea typeface="Gill Sans"/>
                <a:cs typeface="Gill Sans"/>
                <a:sym typeface="Gill Sans"/>
              </a:defRPr>
            </a:lvl7pPr>
            <a:lvl8pPr indent="-342900" lvl="7" marL="36576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Gill Sans"/>
                <a:ea typeface="Gill Sans"/>
                <a:cs typeface="Gill Sans"/>
                <a:sym typeface="Gill Sans"/>
              </a:defRPr>
            </a:lvl8pPr>
            <a:lvl9pPr indent="-342900" lvl="8" marL="4114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Gill Sans"/>
                <a:ea typeface="Gill Sans"/>
                <a:cs typeface="Gill Sans"/>
                <a:sym typeface="Gill Sans"/>
              </a:defRPr>
            </a:lvl9pPr>
          </a:lstStyle>
          <a:p/>
        </p:txBody>
      </p:sp>
      <p:sp>
        <p:nvSpPr>
          <p:cNvPr id="12" name="Google Shape;12;p10"/>
          <p:cNvSpPr txBox="1"/>
          <p:nvPr>
            <p:ph idx="10" type="dt"/>
          </p:nvPr>
        </p:nvSpPr>
        <p:spPr>
          <a:xfrm>
            <a:off x="550863" y="6507212"/>
            <a:ext cx="2628900" cy="153888"/>
          </a:xfrm>
          <a:prstGeom prst="rect">
            <a:avLst/>
          </a:prstGeom>
          <a:noFill/>
          <a:ln>
            <a:noFill/>
          </a:ln>
        </p:spPr>
        <p:txBody>
          <a:bodyPr anchorCtr="0" anchor="ctr" bIns="0" lIns="0" spcFirstLastPara="1" rIns="0" wrap="square" tIns="0">
            <a:spAutoFit/>
          </a:bodyPr>
          <a:lstStyle>
            <a:lvl1pPr lvl="0" marR="0" rtl="0" algn="l">
              <a:spcBef>
                <a:spcPts val="0"/>
              </a:spcBef>
              <a:spcAft>
                <a:spcPts val="0"/>
              </a:spcAft>
              <a:buSzPts val="1400"/>
              <a:buNone/>
              <a:defRPr b="0" i="0" sz="1000" u="none" cap="none" strike="noStrike">
                <a:solidFill>
                  <a:schemeClr val="lt1"/>
                </a:solidFill>
                <a:latin typeface="Gill Sans"/>
                <a:ea typeface="Gill Sans"/>
                <a:cs typeface="Gill Sans"/>
                <a:sym typeface="Gill Sans"/>
              </a:defRPr>
            </a:lvl1pPr>
            <a:lvl2pPr lvl="1"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2pPr>
            <a:lvl3pPr lvl="2"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3pPr>
            <a:lvl4pPr lvl="3"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4pPr>
            <a:lvl5pPr lvl="4"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5pPr>
            <a:lvl6pPr lvl="5"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6pPr>
            <a:lvl7pPr lvl="6"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7pPr>
            <a:lvl8pPr lvl="7"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8pPr>
            <a:lvl9pPr lvl="8"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9pPr>
          </a:lstStyle>
          <a:p/>
        </p:txBody>
      </p:sp>
      <p:sp>
        <p:nvSpPr>
          <p:cNvPr id="13" name="Google Shape;13;p10"/>
          <p:cNvSpPr txBox="1"/>
          <p:nvPr>
            <p:ph idx="11" type="ftr"/>
          </p:nvPr>
        </p:nvSpPr>
        <p:spPr>
          <a:xfrm>
            <a:off x="3359150" y="6507212"/>
            <a:ext cx="6379210" cy="153888"/>
          </a:xfrm>
          <a:prstGeom prst="rect">
            <a:avLst/>
          </a:prstGeom>
          <a:noFill/>
          <a:ln>
            <a:noFill/>
          </a:ln>
        </p:spPr>
        <p:txBody>
          <a:bodyPr anchorCtr="0" anchor="ctr" bIns="0" lIns="0" spcFirstLastPara="1" rIns="0" wrap="square" tIns="0">
            <a:spAutoFit/>
          </a:bodyPr>
          <a:lstStyle>
            <a:lvl1pPr lvl="0" marR="0" rtl="0" algn="l">
              <a:spcBef>
                <a:spcPts val="0"/>
              </a:spcBef>
              <a:spcAft>
                <a:spcPts val="0"/>
              </a:spcAft>
              <a:buSzPts val="1400"/>
              <a:buNone/>
              <a:defRPr b="0" i="0" sz="1000" u="none" cap="none" strike="noStrike">
                <a:solidFill>
                  <a:schemeClr val="lt1"/>
                </a:solidFill>
                <a:latin typeface="Gill Sans"/>
                <a:ea typeface="Gill Sans"/>
                <a:cs typeface="Gill Sans"/>
                <a:sym typeface="Gill Sans"/>
              </a:defRPr>
            </a:lvl1pPr>
            <a:lvl2pPr lvl="1"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2pPr>
            <a:lvl3pPr lvl="2"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3pPr>
            <a:lvl4pPr lvl="3"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4pPr>
            <a:lvl5pPr lvl="4"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5pPr>
            <a:lvl6pPr lvl="5"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6pPr>
            <a:lvl7pPr lvl="6"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7pPr>
            <a:lvl8pPr lvl="7"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8pPr>
            <a:lvl9pPr lvl="8" marR="0" rtl="0" algn="l">
              <a:spcBef>
                <a:spcPts val="0"/>
              </a:spcBef>
              <a:spcAft>
                <a:spcPts val="0"/>
              </a:spcAft>
              <a:buSzPts val="1400"/>
              <a:buNone/>
              <a:defRPr b="0" i="0" sz="1800" u="none" cap="none" strike="noStrike">
                <a:solidFill>
                  <a:schemeClr val="lt1"/>
                </a:solidFill>
                <a:latin typeface="Gill Sans"/>
                <a:ea typeface="Gill Sans"/>
                <a:cs typeface="Gill Sans"/>
                <a:sym typeface="Gill Sans"/>
              </a:defRPr>
            </a:lvl9pPr>
          </a:lstStyle>
          <a:p/>
        </p:txBody>
      </p:sp>
      <p:sp>
        <p:nvSpPr>
          <p:cNvPr id="14" name="Google Shape;14;p10"/>
          <p:cNvSpPr txBox="1"/>
          <p:nvPr>
            <p:ph idx="12" type="sldNum"/>
          </p:nvPr>
        </p:nvSpPr>
        <p:spPr>
          <a:xfrm>
            <a:off x="9948863" y="6507212"/>
            <a:ext cx="1692274" cy="153888"/>
          </a:xfrm>
          <a:prstGeom prst="rect">
            <a:avLst/>
          </a:prstGeom>
          <a:noFill/>
          <a:ln>
            <a:noFill/>
          </a:ln>
        </p:spPr>
        <p:txBody>
          <a:bodyPr anchorCtr="0" anchor="ctr" bIns="0" lIns="0" spcFirstLastPara="1" rIns="0" wrap="square" tIns="0">
            <a:spAutoFit/>
          </a:bodyPr>
          <a:lstStyle>
            <a:lvl1pPr indent="0" lvl="0" marL="0" marR="0" rtl="0" algn="r">
              <a:spcBef>
                <a:spcPts val="0"/>
              </a:spcBef>
              <a:buNone/>
              <a:defRPr b="0" i="0" sz="1000" u="none" cap="none" strike="noStrike">
                <a:solidFill>
                  <a:schemeClr val="lt1"/>
                </a:solidFill>
                <a:latin typeface="Gill Sans"/>
                <a:ea typeface="Gill Sans"/>
                <a:cs typeface="Gill Sans"/>
                <a:sym typeface="Gill Sans"/>
              </a:defRPr>
            </a:lvl1pPr>
            <a:lvl2pPr indent="0" lvl="1" marL="0" marR="0" rtl="0" algn="r">
              <a:spcBef>
                <a:spcPts val="0"/>
              </a:spcBef>
              <a:buNone/>
              <a:defRPr b="0" i="0" sz="1000" u="none" cap="none" strike="noStrike">
                <a:solidFill>
                  <a:schemeClr val="lt1"/>
                </a:solidFill>
                <a:latin typeface="Gill Sans"/>
                <a:ea typeface="Gill Sans"/>
                <a:cs typeface="Gill Sans"/>
                <a:sym typeface="Gill Sans"/>
              </a:defRPr>
            </a:lvl2pPr>
            <a:lvl3pPr indent="0" lvl="2" marL="0" marR="0" rtl="0" algn="r">
              <a:spcBef>
                <a:spcPts val="0"/>
              </a:spcBef>
              <a:buNone/>
              <a:defRPr b="0" i="0" sz="1000" u="none" cap="none" strike="noStrike">
                <a:solidFill>
                  <a:schemeClr val="lt1"/>
                </a:solidFill>
                <a:latin typeface="Gill Sans"/>
                <a:ea typeface="Gill Sans"/>
                <a:cs typeface="Gill Sans"/>
                <a:sym typeface="Gill Sans"/>
              </a:defRPr>
            </a:lvl3pPr>
            <a:lvl4pPr indent="0" lvl="3" marL="0" marR="0" rtl="0" algn="r">
              <a:spcBef>
                <a:spcPts val="0"/>
              </a:spcBef>
              <a:buNone/>
              <a:defRPr b="0" i="0" sz="1000" u="none" cap="none" strike="noStrike">
                <a:solidFill>
                  <a:schemeClr val="lt1"/>
                </a:solidFill>
                <a:latin typeface="Gill Sans"/>
                <a:ea typeface="Gill Sans"/>
                <a:cs typeface="Gill Sans"/>
                <a:sym typeface="Gill Sans"/>
              </a:defRPr>
            </a:lvl4pPr>
            <a:lvl5pPr indent="0" lvl="4" marL="0" marR="0" rtl="0" algn="r">
              <a:spcBef>
                <a:spcPts val="0"/>
              </a:spcBef>
              <a:buNone/>
              <a:defRPr b="0" i="0" sz="1000" u="none" cap="none" strike="noStrike">
                <a:solidFill>
                  <a:schemeClr val="lt1"/>
                </a:solidFill>
                <a:latin typeface="Gill Sans"/>
                <a:ea typeface="Gill Sans"/>
                <a:cs typeface="Gill Sans"/>
                <a:sym typeface="Gill Sans"/>
              </a:defRPr>
            </a:lvl5pPr>
            <a:lvl6pPr indent="0" lvl="5" marL="0" marR="0" rtl="0" algn="r">
              <a:spcBef>
                <a:spcPts val="0"/>
              </a:spcBef>
              <a:buNone/>
              <a:defRPr b="0" i="0" sz="1000" u="none" cap="none" strike="noStrike">
                <a:solidFill>
                  <a:schemeClr val="lt1"/>
                </a:solidFill>
                <a:latin typeface="Gill Sans"/>
                <a:ea typeface="Gill Sans"/>
                <a:cs typeface="Gill Sans"/>
                <a:sym typeface="Gill Sans"/>
              </a:defRPr>
            </a:lvl6pPr>
            <a:lvl7pPr indent="0" lvl="6" marL="0" marR="0" rtl="0" algn="r">
              <a:spcBef>
                <a:spcPts val="0"/>
              </a:spcBef>
              <a:buNone/>
              <a:defRPr b="0" i="0" sz="1000" u="none" cap="none" strike="noStrike">
                <a:solidFill>
                  <a:schemeClr val="lt1"/>
                </a:solidFill>
                <a:latin typeface="Gill Sans"/>
                <a:ea typeface="Gill Sans"/>
                <a:cs typeface="Gill Sans"/>
                <a:sym typeface="Gill Sans"/>
              </a:defRPr>
            </a:lvl7pPr>
            <a:lvl8pPr indent="0" lvl="7" marL="0" marR="0" rtl="0" algn="r">
              <a:spcBef>
                <a:spcPts val="0"/>
              </a:spcBef>
              <a:buNone/>
              <a:defRPr b="0" i="0" sz="1000" u="none" cap="none" strike="noStrike">
                <a:solidFill>
                  <a:schemeClr val="lt1"/>
                </a:solidFill>
                <a:latin typeface="Gill Sans"/>
                <a:ea typeface="Gill Sans"/>
                <a:cs typeface="Gill Sans"/>
                <a:sym typeface="Gill Sans"/>
              </a:defRPr>
            </a:lvl8pPr>
            <a:lvl9pPr indent="0" lvl="8" marL="0" marR="0" rtl="0" algn="r">
              <a:spcBef>
                <a:spcPts val="0"/>
              </a:spcBef>
              <a:buNone/>
              <a:defRPr b="0" i="0" sz="1000" u="none" cap="none" strike="noStrike">
                <a:solidFill>
                  <a:schemeClr val="lt1"/>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3840">
          <p15:clr>
            <a:srgbClr val="F26B43"/>
          </p15:clr>
        </p15:guide>
        <p15:guide id="2" orient="horz" pos="2160">
          <p15:clr>
            <a:srgbClr val="F26B43"/>
          </p15:clr>
        </p15:guide>
        <p15:guide id="3" pos="347">
          <p15:clr>
            <a:srgbClr val="F26B43"/>
          </p15:clr>
        </p15:guide>
        <p15:guide id="4" pos="7333">
          <p15:clr>
            <a:srgbClr val="F26B43"/>
          </p15:clr>
        </p15:guide>
        <p15:guide id="5" orient="horz" pos="346">
          <p15:clr>
            <a:srgbClr val="F26B43"/>
          </p15:clr>
        </p15:guide>
        <p15:guide id="6" orient="horz" pos="3974">
          <p15:clr>
            <a:srgbClr val="F26B43"/>
          </p15:clr>
        </p15:guide>
        <p15:guide id="7" pos="824">
          <p15:clr>
            <a:srgbClr val="A4A3A4"/>
          </p15:clr>
        </p15:guide>
        <p15:guide id="8" pos="937">
          <p15:clr>
            <a:srgbClr val="A4A3A4"/>
          </p15:clr>
        </p15:guide>
        <p15:guide id="9" pos="1413">
          <p15:clr>
            <a:srgbClr val="A4A3A4"/>
          </p15:clr>
        </p15:guide>
        <p15:guide id="10" pos="1527">
          <p15:clr>
            <a:srgbClr val="A4A3A4"/>
          </p15:clr>
        </p15:guide>
        <p15:guide id="11" pos="2003">
          <p15:clr>
            <a:srgbClr val="A4A3A4"/>
          </p15:clr>
        </p15:guide>
        <p15:guide id="12" pos="2116">
          <p15:clr>
            <a:srgbClr val="A4A3A4"/>
          </p15:clr>
        </p15:guide>
        <p15:guide id="13" pos="2593">
          <p15:clr>
            <a:srgbClr val="A4A3A4"/>
          </p15:clr>
        </p15:guide>
        <p15:guide id="14" pos="2706">
          <p15:clr>
            <a:srgbClr val="A4A3A4"/>
          </p15:clr>
        </p15:guide>
        <p15:guide id="15" pos="3182">
          <p15:clr>
            <a:srgbClr val="A4A3A4"/>
          </p15:clr>
        </p15:guide>
        <p15:guide id="16" pos="3318">
          <p15:clr>
            <a:srgbClr val="A4A3A4"/>
          </p15:clr>
        </p15:guide>
        <p15:guide id="17" pos="3772">
          <p15:clr>
            <a:srgbClr val="A4A3A4"/>
          </p15:clr>
        </p15:guide>
        <p15:guide id="18" pos="3908">
          <p15:clr>
            <a:srgbClr val="A4A3A4"/>
          </p15:clr>
        </p15:guide>
        <p15:guide id="19" pos="4362">
          <p15:clr>
            <a:srgbClr val="A4A3A4"/>
          </p15:clr>
        </p15:guide>
        <p15:guide id="20" pos="4498">
          <p15:clr>
            <a:srgbClr val="A4A3A4"/>
          </p15:clr>
        </p15:guide>
        <p15:guide id="21" pos="4951">
          <p15:clr>
            <a:srgbClr val="A4A3A4"/>
          </p15:clr>
        </p15:guide>
        <p15:guide id="22" pos="5087">
          <p15:clr>
            <a:srgbClr val="A4A3A4"/>
          </p15:clr>
        </p15:guide>
        <p15:guide id="23" pos="5541">
          <p15:clr>
            <a:srgbClr val="A4A3A4"/>
          </p15:clr>
        </p15:guide>
        <p15:guide id="24" pos="5677">
          <p15:clr>
            <a:srgbClr val="A4A3A4"/>
          </p15:clr>
        </p15:guide>
        <p15:guide id="25" pos="6153">
          <p15:clr>
            <a:srgbClr val="A4A3A4"/>
          </p15:clr>
        </p15:guide>
        <p15:guide id="26" pos="6267">
          <p15:clr>
            <a:srgbClr val="A4A3A4"/>
          </p15:clr>
        </p15:guide>
        <p15:guide id="27" pos="6743">
          <p15:clr>
            <a:srgbClr val="A4A3A4"/>
          </p15:clr>
        </p15:guide>
        <p15:guide id="28" pos="6856">
          <p15:clr>
            <a:srgbClr val="A4A3A4"/>
          </p15:clr>
        </p15:guide>
        <p15:guide id="29" orient="horz" pos="3838">
          <p15:clr>
            <a:srgbClr val="A4A3A4"/>
          </p15:clr>
        </p15:guide>
        <p15:guide id="30" orient="horz" pos="2092">
          <p15:clr>
            <a:srgbClr val="A4A3A4"/>
          </p15:clr>
        </p15:guide>
        <p15:guide id="31" orient="horz" pos="2228">
          <p15:clr>
            <a:srgbClr val="A4A3A4"/>
          </p15:clr>
        </p15:guide>
        <p15:guide id="32" orient="horz" pos="845">
          <p15:clr>
            <a:srgbClr val="A4A3A4"/>
          </p15:clr>
        </p15:guide>
        <p15:guide id="33" orient="horz" pos="958">
          <p15:clr>
            <a:srgbClr val="A4A3A4"/>
          </p15:clr>
        </p15:guide>
        <p15:guide id="34" orient="horz" pos="1480">
          <p15:clr>
            <a:srgbClr val="A4A3A4"/>
          </p15:clr>
        </p15:guide>
        <p15:guide id="35" orient="horz" pos="1593">
          <p15:clr>
            <a:srgbClr val="A4A3A4"/>
          </p15:clr>
        </p15:guide>
        <p15:guide id="36" orient="horz" pos="2727">
          <p15:clr>
            <a:srgbClr val="A4A3A4"/>
          </p15:clr>
        </p15:guide>
        <p15:guide id="37" orient="horz" pos="2840">
          <p15:clr>
            <a:srgbClr val="A4A3A4"/>
          </p15:clr>
        </p15:guide>
        <p15:guide id="38" orient="horz" pos="3339">
          <p15:clr>
            <a:srgbClr val="A4A3A4"/>
          </p15:clr>
        </p15:guide>
        <p15:guide id="39" orient="horz" pos="3475">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1"/>
          <p:cNvSpPr txBox="1"/>
          <p:nvPr>
            <p:ph type="title"/>
          </p:nvPr>
        </p:nvSpPr>
        <p:spPr>
          <a:xfrm>
            <a:off x="6805600" y="2396225"/>
            <a:ext cx="5501700" cy="11406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Clr>
                <a:schemeClr val="lt1"/>
              </a:buClr>
              <a:buSzPts val="2800"/>
              <a:buFont typeface="Arial"/>
              <a:buNone/>
            </a:pPr>
            <a:r>
              <a:rPr lang="en-US" sz="2800">
                <a:latin typeface="Arial"/>
                <a:ea typeface="Arial"/>
                <a:cs typeface="Arial"/>
                <a:sym typeface="Arial"/>
              </a:rPr>
              <a:t>AI Essay Detector and Humanizer</a:t>
            </a:r>
            <a:endParaRPr>
              <a:latin typeface="Arial"/>
              <a:ea typeface="Arial"/>
              <a:cs typeface="Arial"/>
              <a:sym typeface="Arial"/>
            </a:endParaRPr>
          </a:p>
        </p:txBody>
      </p:sp>
      <p:pic>
        <p:nvPicPr>
          <p:cNvPr descr="Data points digital background" id="265" name="Google Shape;265;p1"/>
          <p:cNvPicPr preferRelativeResize="0"/>
          <p:nvPr>
            <p:ph idx="2" type="pic"/>
          </p:nvPr>
        </p:nvPicPr>
        <p:blipFill rotWithShape="1">
          <a:blip r:embed="rId3">
            <a:alphaModFix/>
          </a:blip>
          <a:srcRect b="0" l="7936" r="7936" t="0"/>
          <a:stretch/>
        </p:blipFill>
        <p:spPr>
          <a:xfrm>
            <a:off x="0" y="0"/>
            <a:ext cx="6828282" cy="6858000"/>
          </a:xfrm>
          <a:prstGeom prst="rect">
            <a:avLst/>
          </a:prstGeom>
          <a:noFill/>
          <a:ln>
            <a:noFill/>
          </a:ln>
        </p:spPr>
      </p:pic>
      <p:sp>
        <p:nvSpPr>
          <p:cNvPr id="266" name="Google Shape;266;p1"/>
          <p:cNvSpPr txBox="1"/>
          <p:nvPr/>
        </p:nvSpPr>
        <p:spPr>
          <a:xfrm>
            <a:off x="7194526" y="3289554"/>
            <a:ext cx="4578096" cy="27699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D8D8D8"/>
                </a:solidFill>
                <a:latin typeface="Arial"/>
                <a:ea typeface="Arial"/>
                <a:cs typeface="Arial"/>
                <a:sym typeface="Arial"/>
              </a:rPr>
              <a:t>By: Nidhish Shah, Junfeng Li, Cole Smolinski, Stephen Hannawi</a:t>
            </a:r>
            <a:endParaRPr sz="1800">
              <a:solidFill>
                <a:srgbClr val="D8D8D8"/>
              </a:solidFill>
              <a:latin typeface="Gill Sans"/>
              <a:ea typeface="Gill Sans"/>
              <a:cs typeface="Gill Sans"/>
              <a:sym typeface="Gill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2"/>
          <p:cNvSpPr txBox="1"/>
          <p:nvPr>
            <p:ph type="ctrTitle"/>
          </p:nvPr>
        </p:nvSpPr>
        <p:spPr>
          <a:xfrm>
            <a:off x="288735" y="4240162"/>
            <a:ext cx="11115355" cy="2066544"/>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Clr>
                <a:schemeClr val="lt1"/>
              </a:buClr>
              <a:buSzPts val="2000"/>
              <a:buFont typeface="Play"/>
              <a:buNone/>
            </a:pPr>
            <a:r>
              <a:rPr lang="en-US" sz="2000">
                <a:solidFill>
                  <a:srgbClr val="D8D8D8"/>
                </a:solidFill>
              </a:rPr>
              <a:t>With the rapid advancement of AI writing tools such as ChatGPT, Google Gemini, and Claude, it has become increasingly difficult to distinguish between human-written and AI-generated content in academic writing. Although these tools are useful for brainstorming and organizing ideas, their outputs often sound overly polished, repetitive, and standardized, which can make them feel less natural than human writing.</a:t>
            </a:r>
            <a:endParaRPr sz="2000">
              <a:solidFill>
                <a:srgbClr val="D8D8D8"/>
              </a:solidFill>
              <a:latin typeface="Times New Roman"/>
              <a:ea typeface="Times New Roman"/>
              <a:cs typeface="Times New Roman"/>
              <a:sym typeface="Times New Roman"/>
            </a:endParaRPr>
          </a:p>
        </p:txBody>
      </p:sp>
      <p:pic>
        <p:nvPicPr>
          <p:cNvPr descr="Data points digital background" id="273" name="Google Shape;273;p2"/>
          <p:cNvPicPr preferRelativeResize="0"/>
          <p:nvPr>
            <p:ph idx="2" type="pic"/>
          </p:nvPr>
        </p:nvPicPr>
        <p:blipFill rotWithShape="1">
          <a:blip r:embed="rId3">
            <a:alphaModFix/>
          </a:blip>
          <a:srcRect b="52" l="0" r="0" t="52"/>
          <a:stretch/>
        </p:blipFill>
        <p:spPr>
          <a:xfrm>
            <a:off x="0" y="-1502"/>
            <a:ext cx="12192000" cy="2918438"/>
          </a:xfrm>
          <a:prstGeom prst="rect">
            <a:avLst/>
          </a:prstGeom>
          <a:noFill/>
          <a:ln>
            <a:noFill/>
          </a:ln>
        </p:spPr>
      </p:pic>
      <p:sp>
        <p:nvSpPr>
          <p:cNvPr id="274" name="Google Shape;274;p2"/>
          <p:cNvSpPr txBox="1"/>
          <p:nvPr/>
        </p:nvSpPr>
        <p:spPr>
          <a:xfrm>
            <a:off x="291361" y="3158139"/>
            <a:ext cx="4821936" cy="107721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FFFFFF"/>
                </a:solidFill>
                <a:latin typeface="Play"/>
                <a:ea typeface="Play"/>
                <a:cs typeface="Play"/>
                <a:sym typeface="Play"/>
              </a:rPr>
              <a:t>Problem Statement</a:t>
            </a:r>
            <a:endParaRPr b="1" sz="1800">
              <a:solidFill>
                <a:schemeClr val="lt1"/>
              </a:solidFill>
              <a:latin typeface="Play"/>
              <a:ea typeface="Play"/>
              <a:cs typeface="Play"/>
              <a:sym typeface="Play"/>
            </a:endParaRPr>
          </a:p>
          <a:p>
            <a:pPr indent="0" lvl="0" marL="0" marR="0" rtl="0" algn="l">
              <a:spcBef>
                <a:spcPts val="0"/>
              </a:spcBef>
              <a:spcAft>
                <a:spcPts val="0"/>
              </a:spcAft>
              <a:buNone/>
            </a:pPr>
            <a:r>
              <a:t/>
            </a:r>
            <a:endParaRPr b="1" sz="3200">
              <a:solidFill>
                <a:schemeClr val="lt1"/>
              </a:solidFill>
              <a:latin typeface="Play"/>
              <a:ea typeface="Play"/>
              <a:cs typeface="Play"/>
              <a:sym typeface="Play"/>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grpSp>
        <p:nvGrpSpPr>
          <p:cNvPr id="279" name="Google Shape;279;p3"/>
          <p:cNvGrpSpPr/>
          <p:nvPr/>
        </p:nvGrpSpPr>
        <p:grpSpPr>
          <a:xfrm>
            <a:off x="4689246" y="551774"/>
            <a:ext cx="897877" cy="934082"/>
            <a:chOff x="5129684" y="1232940"/>
            <a:chExt cx="897877" cy="934082"/>
          </a:xfrm>
        </p:grpSpPr>
        <p:sp>
          <p:nvSpPr>
            <p:cNvPr id="280" name="Google Shape;280;p3"/>
            <p:cNvSpPr/>
            <p:nvPr/>
          </p:nvSpPr>
          <p:spPr>
            <a:xfrm rot="1800000">
              <a:off x="5356930" y="1363788"/>
              <a:ext cx="621086" cy="364601"/>
            </a:xfrm>
            <a:custGeom>
              <a:rect b="b" l="l" r="r" t="t"/>
              <a:pathLst>
                <a:path extrusionOk="0" h="317" w="540">
                  <a:moveTo>
                    <a:pt x="266" y="0"/>
                  </a:moveTo>
                  <a:lnTo>
                    <a:pt x="0" y="158"/>
                  </a:lnTo>
                  <a:lnTo>
                    <a:pt x="266" y="317"/>
                  </a:lnTo>
                  <a:lnTo>
                    <a:pt x="540" y="158"/>
                  </a:lnTo>
                  <a:lnTo>
                    <a:pt x="266" y="0"/>
                  </a:lnTo>
                  <a:close/>
                </a:path>
              </a:pathLst>
            </a:custGeom>
            <a:gradFill>
              <a:gsLst>
                <a:gs pos="0">
                  <a:srgbClr val="2B274A">
                    <a:alpha val="20000"/>
                  </a:srgbClr>
                </a:gs>
                <a:gs pos="20000">
                  <a:srgbClr val="2B274A">
                    <a:alpha val="20000"/>
                  </a:srgbClr>
                </a:gs>
                <a:gs pos="100000">
                  <a:srgbClr val="59EFC0">
                    <a:alpha val="20000"/>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81" name="Google Shape;281;p3"/>
            <p:cNvSpPr/>
            <p:nvPr/>
          </p:nvSpPr>
          <p:spPr>
            <a:xfrm rot="1800000">
              <a:off x="5243759" y="1430747"/>
              <a:ext cx="305942" cy="538275"/>
            </a:xfrm>
            <a:custGeom>
              <a:rect b="b" l="l" r="r" t="t"/>
              <a:pathLst>
                <a:path extrusionOk="0" h="468" w="266">
                  <a:moveTo>
                    <a:pt x="266" y="468"/>
                  </a:moveTo>
                  <a:lnTo>
                    <a:pt x="0" y="310"/>
                  </a:lnTo>
                  <a:lnTo>
                    <a:pt x="0" y="310"/>
                  </a:lnTo>
                  <a:lnTo>
                    <a:pt x="0" y="0"/>
                  </a:lnTo>
                  <a:lnTo>
                    <a:pt x="0" y="0"/>
                  </a:lnTo>
                  <a:lnTo>
                    <a:pt x="266" y="159"/>
                  </a:lnTo>
                  <a:lnTo>
                    <a:pt x="266" y="468"/>
                  </a:lnTo>
                  <a:close/>
                </a:path>
              </a:pathLst>
            </a:custGeom>
            <a:gradFill>
              <a:gsLst>
                <a:gs pos="0">
                  <a:srgbClr val="2B274A">
                    <a:alpha val="20000"/>
                  </a:srgbClr>
                </a:gs>
                <a:gs pos="20000">
                  <a:srgbClr val="2B274A">
                    <a:alpha val="20000"/>
                  </a:srgbClr>
                </a:gs>
                <a:gs pos="100000">
                  <a:srgbClr val="59EFC0">
                    <a:alpha val="20000"/>
                  </a:srgbClr>
                </a:gs>
              </a:gsLst>
              <a:lin ang="19799999"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82" name="Google Shape;282;p3"/>
            <p:cNvSpPr/>
            <p:nvPr/>
          </p:nvSpPr>
          <p:spPr>
            <a:xfrm rot="1800000">
              <a:off x="5508097" y="1586019"/>
              <a:ext cx="315144" cy="538275"/>
            </a:xfrm>
            <a:custGeom>
              <a:rect b="b" l="l" r="r" t="t"/>
              <a:pathLst>
                <a:path extrusionOk="0" h="468" w="274">
                  <a:moveTo>
                    <a:pt x="274" y="0"/>
                  </a:moveTo>
                  <a:lnTo>
                    <a:pt x="274" y="310"/>
                  </a:lnTo>
                  <a:lnTo>
                    <a:pt x="274" y="310"/>
                  </a:lnTo>
                  <a:lnTo>
                    <a:pt x="0" y="468"/>
                  </a:lnTo>
                  <a:lnTo>
                    <a:pt x="0" y="159"/>
                  </a:lnTo>
                  <a:lnTo>
                    <a:pt x="274" y="0"/>
                  </a:lnTo>
                  <a:lnTo>
                    <a:pt x="274" y="0"/>
                  </a:lnTo>
                  <a:close/>
                </a:path>
              </a:pathLst>
            </a:custGeom>
            <a:gradFill>
              <a:gsLst>
                <a:gs pos="0">
                  <a:srgbClr val="2B274A">
                    <a:alpha val="20000"/>
                  </a:srgbClr>
                </a:gs>
                <a:gs pos="20000">
                  <a:srgbClr val="2B274A">
                    <a:alpha val="20000"/>
                  </a:srgbClr>
                </a:gs>
                <a:gs pos="100000">
                  <a:srgbClr val="59EFC0">
                    <a:alpha val="20000"/>
                  </a:srgbClr>
                </a:gs>
              </a:gsLst>
              <a:lin ang="18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283" name="Google Shape;283;p3"/>
          <p:cNvSpPr txBox="1"/>
          <p:nvPr>
            <p:ph type="title"/>
          </p:nvPr>
        </p:nvSpPr>
        <p:spPr>
          <a:xfrm>
            <a:off x="198638" y="684580"/>
            <a:ext cx="3442684" cy="703858"/>
          </a:xfrm>
          <a:prstGeom prst="rect">
            <a:avLst/>
          </a:prstGeom>
          <a:noFill/>
          <a:ln>
            <a:noFill/>
          </a:ln>
        </p:spPr>
        <p:txBody>
          <a:bodyPr anchorCtr="0" anchor="b" bIns="0" lIns="0" spcFirstLastPara="1" rIns="0" wrap="square" tIns="0">
            <a:noAutofit/>
          </a:bodyPr>
          <a:lstStyle/>
          <a:p>
            <a:pPr indent="0" lvl="0" marL="0" rtl="0" algn="r">
              <a:lnSpc>
                <a:spcPct val="90000"/>
              </a:lnSpc>
              <a:spcBef>
                <a:spcPts val="0"/>
              </a:spcBef>
              <a:spcAft>
                <a:spcPts val="0"/>
              </a:spcAft>
              <a:buClr>
                <a:schemeClr val="lt1"/>
              </a:buClr>
              <a:buSzPts val="3600"/>
              <a:buFont typeface="Play"/>
              <a:buNone/>
            </a:pPr>
            <a:r>
              <a:rPr b="1" lang="en-US" sz="3600"/>
              <a:t>Our Solution</a:t>
            </a:r>
            <a:endParaRPr b="1" sz="3600"/>
          </a:p>
        </p:txBody>
      </p:sp>
      <p:pic>
        <p:nvPicPr>
          <p:cNvPr descr="A close-up of a graph" id="284" name="Google Shape;284;p3"/>
          <p:cNvPicPr preferRelativeResize="0"/>
          <p:nvPr>
            <p:ph idx="2" type="pic"/>
          </p:nvPr>
        </p:nvPicPr>
        <p:blipFill rotWithShape="1">
          <a:blip r:embed="rId3">
            <a:alphaModFix/>
          </a:blip>
          <a:srcRect b="0" l="9" r="9" t="0"/>
          <a:stretch/>
        </p:blipFill>
        <p:spPr>
          <a:xfrm>
            <a:off x="6095588" y="0"/>
            <a:ext cx="6095998" cy="6858000"/>
          </a:xfrm>
          <a:prstGeom prst="rect">
            <a:avLst/>
          </a:prstGeom>
          <a:noFill/>
          <a:ln>
            <a:noFill/>
          </a:ln>
        </p:spPr>
      </p:pic>
      <p:sp>
        <p:nvSpPr>
          <p:cNvPr id="285" name="Google Shape;285;p3"/>
          <p:cNvSpPr/>
          <p:nvPr/>
        </p:nvSpPr>
        <p:spPr>
          <a:xfrm>
            <a:off x="1189378" y="5232629"/>
            <a:ext cx="1080000" cy="1080000"/>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86" name="Google Shape;286;p3"/>
          <p:cNvSpPr txBox="1"/>
          <p:nvPr/>
        </p:nvSpPr>
        <p:spPr>
          <a:xfrm>
            <a:off x="199117" y="2005708"/>
            <a:ext cx="6077700" cy="40173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0"/>
              </a:spcAft>
              <a:buClr>
                <a:schemeClr val="dk1"/>
              </a:buClr>
              <a:buSzPts val="1100"/>
              <a:buFont typeface="Arial"/>
              <a:buNone/>
            </a:pPr>
            <a:r>
              <a:rPr lang="en-US" sz="1800">
                <a:solidFill>
                  <a:srgbClr val="D8D8D8"/>
                </a:solidFill>
                <a:latin typeface="Times New Roman"/>
                <a:ea typeface="Times New Roman"/>
                <a:cs typeface="Times New Roman"/>
                <a:sym typeface="Times New Roman"/>
              </a:rPr>
              <a:t>Our solution was to develop a web application that combines AI text detection with text humanization. The app can identify likely AI-generated content and then rewrite it in a more natural, human-like style while preserving the original meaning.</a:t>
            </a:r>
            <a:endParaRPr sz="1800">
              <a:solidFill>
                <a:srgbClr val="D8D8D8"/>
              </a:solidFill>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1800">
                <a:solidFill>
                  <a:srgbClr val="D8D8D8"/>
                </a:solidFill>
                <a:latin typeface="Times New Roman"/>
                <a:ea typeface="Times New Roman"/>
                <a:cs typeface="Times New Roman"/>
                <a:sym typeface="Times New Roman"/>
              </a:rPr>
              <a:t>We designed the project with the following goals:</a:t>
            </a:r>
            <a:endParaRPr sz="1800">
              <a:solidFill>
                <a:srgbClr val="D8D8D8"/>
              </a:solidFill>
              <a:latin typeface="Times New Roman"/>
              <a:ea typeface="Times New Roman"/>
              <a:cs typeface="Times New Roman"/>
              <a:sym typeface="Times New Roman"/>
            </a:endParaRPr>
          </a:p>
          <a:p>
            <a:pPr indent="-298450" lvl="0" marL="457200" rtl="0" algn="l">
              <a:lnSpc>
                <a:spcPct val="115000"/>
              </a:lnSpc>
              <a:spcBef>
                <a:spcPts val="1200"/>
              </a:spcBef>
              <a:spcAft>
                <a:spcPts val="0"/>
              </a:spcAft>
              <a:buClr>
                <a:schemeClr val="dk1"/>
              </a:buClr>
              <a:buSzPts val="1100"/>
              <a:buChar char="●"/>
            </a:pPr>
            <a:r>
              <a:rPr lang="en-US" sz="1800">
                <a:solidFill>
                  <a:srgbClr val="D8D8D8"/>
                </a:solidFill>
                <a:latin typeface="Times New Roman"/>
                <a:ea typeface="Times New Roman"/>
                <a:cs typeface="Times New Roman"/>
                <a:sym typeface="Times New Roman"/>
              </a:rPr>
              <a:t>Build a functional full-stack AI-powered web application</a:t>
            </a:r>
            <a:endParaRPr sz="1800">
              <a:solidFill>
                <a:srgbClr val="D8D8D8"/>
              </a:solidFill>
              <a:latin typeface="Times New Roman"/>
              <a:ea typeface="Times New Roman"/>
              <a:cs typeface="Times New Roman"/>
              <a:sym typeface="Times New Roman"/>
            </a:endParaRPr>
          </a:p>
          <a:p>
            <a:pPr indent="-298450" lvl="0" marL="457200" rtl="0" algn="l">
              <a:lnSpc>
                <a:spcPct val="115000"/>
              </a:lnSpc>
              <a:spcBef>
                <a:spcPts val="0"/>
              </a:spcBef>
              <a:spcAft>
                <a:spcPts val="0"/>
              </a:spcAft>
              <a:buClr>
                <a:schemeClr val="dk1"/>
              </a:buClr>
              <a:buSzPts val="1100"/>
              <a:buChar char="●"/>
            </a:pPr>
            <a:r>
              <a:rPr lang="en-US" sz="1800">
                <a:solidFill>
                  <a:srgbClr val="D8D8D8"/>
                </a:solidFill>
                <a:latin typeface="Times New Roman"/>
                <a:ea typeface="Times New Roman"/>
                <a:cs typeface="Times New Roman"/>
                <a:sym typeface="Times New Roman"/>
              </a:rPr>
              <a:t>Provide measurable AI detection results</a:t>
            </a:r>
            <a:endParaRPr sz="1800">
              <a:solidFill>
                <a:srgbClr val="D8D8D8"/>
              </a:solidFill>
              <a:latin typeface="Times New Roman"/>
              <a:ea typeface="Times New Roman"/>
              <a:cs typeface="Times New Roman"/>
              <a:sym typeface="Times New Roman"/>
            </a:endParaRPr>
          </a:p>
          <a:p>
            <a:pPr indent="-298450" lvl="0" marL="457200" rtl="0" algn="l">
              <a:lnSpc>
                <a:spcPct val="115000"/>
              </a:lnSpc>
              <a:spcBef>
                <a:spcPts val="0"/>
              </a:spcBef>
              <a:spcAft>
                <a:spcPts val="0"/>
              </a:spcAft>
              <a:buClr>
                <a:schemeClr val="dk1"/>
              </a:buClr>
              <a:buSzPts val="1100"/>
              <a:buChar char="●"/>
            </a:pPr>
            <a:r>
              <a:rPr lang="en-US" sz="1800">
                <a:solidFill>
                  <a:srgbClr val="D8D8D8"/>
                </a:solidFill>
                <a:latin typeface="Times New Roman"/>
                <a:ea typeface="Times New Roman"/>
                <a:cs typeface="Times New Roman"/>
                <a:sym typeface="Times New Roman"/>
              </a:rPr>
              <a:t>Implement meaningful text transformation while preserving semantic content</a:t>
            </a:r>
            <a:endParaRPr sz="1800">
              <a:solidFill>
                <a:srgbClr val="D8D8D8"/>
              </a:solidFill>
              <a:latin typeface="Times New Roman"/>
              <a:ea typeface="Times New Roman"/>
              <a:cs typeface="Times New Roman"/>
              <a:sym typeface="Times New Roman"/>
            </a:endParaRPr>
          </a:p>
          <a:p>
            <a:pPr indent="-298450" lvl="0" marL="457200" rtl="0" algn="l">
              <a:lnSpc>
                <a:spcPct val="115000"/>
              </a:lnSpc>
              <a:spcBef>
                <a:spcPts val="0"/>
              </a:spcBef>
              <a:spcAft>
                <a:spcPts val="0"/>
              </a:spcAft>
              <a:buClr>
                <a:schemeClr val="dk1"/>
              </a:buClr>
              <a:buSzPts val="1100"/>
              <a:buChar char="●"/>
            </a:pPr>
            <a:r>
              <a:rPr lang="en-US" sz="1800">
                <a:solidFill>
                  <a:srgbClr val="D8D8D8"/>
                </a:solidFill>
                <a:latin typeface="Times New Roman"/>
                <a:ea typeface="Times New Roman"/>
                <a:cs typeface="Times New Roman"/>
                <a:sym typeface="Times New Roman"/>
              </a:rPr>
              <a:t>Evaluate system performance using real test data</a:t>
            </a:r>
            <a:endParaRPr sz="1800">
              <a:solidFill>
                <a:srgbClr val="D8D8D8"/>
              </a:solidFill>
              <a:latin typeface="Times New Roman"/>
              <a:ea typeface="Times New Roman"/>
              <a:cs typeface="Times New Roman"/>
              <a:sym typeface="Times New Roman"/>
            </a:endParaRPr>
          </a:p>
          <a:p>
            <a:pPr indent="0" lvl="0" marL="0" marR="0" rtl="0" algn="l">
              <a:spcBef>
                <a:spcPts val="1200"/>
              </a:spcBef>
              <a:spcAft>
                <a:spcPts val="0"/>
              </a:spcAft>
              <a:buNone/>
            </a:pPr>
            <a:r>
              <a:t/>
            </a:r>
            <a:endParaRPr sz="1800">
              <a:solidFill>
                <a:srgbClr val="D8D8D8"/>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
          <p:cNvSpPr txBox="1"/>
          <p:nvPr>
            <p:ph type="title"/>
          </p:nvPr>
        </p:nvSpPr>
        <p:spPr>
          <a:xfrm>
            <a:off x="697166" y="516762"/>
            <a:ext cx="4814885" cy="706505"/>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Clr>
                <a:schemeClr val="lt1"/>
              </a:buClr>
              <a:buSzPts val="4000"/>
              <a:buFont typeface="Play"/>
              <a:buNone/>
            </a:pPr>
            <a:r>
              <a:rPr b="1" lang="en-US"/>
              <a:t>Related Work</a:t>
            </a:r>
            <a:endParaRPr b="1"/>
          </a:p>
        </p:txBody>
      </p:sp>
      <p:sp>
        <p:nvSpPr>
          <p:cNvPr id="293" name="Google Shape;293;p4"/>
          <p:cNvSpPr txBox="1"/>
          <p:nvPr>
            <p:ph idx="1" type="body"/>
          </p:nvPr>
        </p:nvSpPr>
        <p:spPr>
          <a:xfrm>
            <a:off x="697167" y="1548303"/>
            <a:ext cx="8173780" cy="3979625"/>
          </a:xfrm>
          <a:prstGeom prst="rect">
            <a:avLst/>
          </a:prstGeom>
          <a:noFill/>
          <a:ln>
            <a:noFill/>
          </a:ln>
        </p:spPr>
        <p:txBody>
          <a:bodyPr anchorCtr="0" anchor="t" bIns="0" lIns="0" spcFirstLastPara="1" rIns="0" wrap="square" tIns="0">
            <a:normAutofit fontScale="92500" lnSpcReduction="10000"/>
          </a:bodyPr>
          <a:lstStyle/>
          <a:p>
            <a:pPr indent="0" lvl="0" marL="0" rtl="0" algn="l">
              <a:lnSpc>
                <a:spcPct val="115000"/>
              </a:lnSpc>
              <a:spcBef>
                <a:spcPts val="1200"/>
              </a:spcBef>
              <a:spcAft>
                <a:spcPts val="0"/>
              </a:spcAft>
              <a:buClr>
                <a:schemeClr val="dk1"/>
              </a:buClr>
              <a:buSzPct val="61111"/>
              <a:buFont typeface="Arial"/>
              <a:buNone/>
            </a:pPr>
            <a:r>
              <a:rPr lang="en-US">
                <a:solidFill>
                  <a:srgbClr val="D8D8D8"/>
                </a:solidFill>
                <a:latin typeface="Times New Roman"/>
                <a:ea typeface="Times New Roman"/>
                <a:cs typeface="Times New Roman"/>
                <a:sym typeface="Times New Roman"/>
              </a:rPr>
              <a:t>We reviewed several tools and research efforts related to AI text detection and humanization.</a:t>
            </a:r>
            <a:endParaRPr>
              <a:solidFill>
                <a:srgbClr val="D8D8D8"/>
              </a:solidFill>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ct val="61111"/>
              <a:buFont typeface="Arial"/>
              <a:buNone/>
            </a:pPr>
            <a:r>
              <a:rPr lang="en-US">
                <a:solidFill>
                  <a:srgbClr val="D8D8D8"/>
                </a:solidFill>
                <a:latin typeface="Times New Roman"/>
                <a:ea typeface="Times New Roman"/>
                <a:cs typeface="Times New Roman"/>
                <a:sym typeface="Times New Roman"/>
              </a:rPr>
              <a:t>For AI detection, GPTZero was one of the earliest widely used tools for identifying whether a text was likely written by a human or generated by AI, using measures such as burstiness and perplexity. Similarly, Sapling AI provides a detection API that estimates the probability that a piece of text is AI-generated.</a:t>
            </a:r>
            <a:endParaRPr>
              <a:solidFill>
                <a:srgbClr val="D8D8D8"/>
              </a:solidFill>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ct val="61111"/>
              <a:buFont typeface="Arial"/>
              <a:buNone/>
            </a:pPr>
            <a:r>
              <a:rPr lang="en-US">
                <a:solidFill>
                  <a:srgbClr val="D8D8D8"/>
                </a:solidFill>
                <a:latin typeface="Times New Roman"/>
                <a:ea typeface="Times New Roman"/>
                <a:cs typeface="Times New Roman"/>
                <a:sym typeface="Times New Roman"/>
              </a:rPr>
              <a:t>For humanization, prior research has explored paraphrasing and rewriting methods using models such as T5 and PEGASUS while preserving meaning. More recent models, including GPT-4 and LLaMA, have also shown strong performance in style transfer and text rewriting.</a:t>
            </a:r>
            <a:endParaRPr>
              <a:solidFill>
                <a:srgbClr val="D8D8D8"/>
              </a:solidFill>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ct val="61111"/>
              <a:buFont typeface="Arial"/>
              <a:buNone/>
            </a:pPr>
            <a:r>
              <a:rPr lang="en-US">
                <a:solidFill>
                  <a:srgbClr val="D8D8D8"/>
                </a:solidFill>
                <a:latin typeface="Times New Roman"/>
                <a:ea typeface="Times New Roman"/>
                <a:cs typeface="Times New Roman"/>
                <a:sym typeface="Times New Roman"/>
              </a:rPr>
              <a:t>Our project is different from prior work because we combined both detection and humanization in a single web application. In addition, it includes a quantitative measure of text change after humanization using cosine similarity.</a:t>
            </a:r>
            <a:endParaRPr>
              <a:solidFill>
                <a:srgbClr val="D8D8D8"/>
              </a:solidFill>
              <a:latin typeface="Times New Roman"/>
              <a:ea typeface="Times New Roman"/>
              <a:cs typeface="Times New Roman"/>
              <a:sym typeface="Times New Roman"/>
            </a:endParaRPr>
          </a:p>
          <a:p>
            <a:pPr indent="0" lvl="0" marL="0" rtl="0" algn="l">
              <a:lnSpc>
                <a:spcPct val="110000"/>
              </a:lnSpc>
              <a:spcBef>
                <a:spcPts val="1800"/>
              </a:spcBef>
              <a:spcAft>
                <a:spcPts val="0"/>
              </a:spcAft>
              <a:buClr>
                <a:srgbClr val="D8D8D8"/>
              </a:buClr>
              <a:buSzPct val="100000"/>
              <a:buNone/>
            </a:pPr>
            <a:r>
              <a:t/>
            </a:r>
            <a:endParaRPr>
              <a:solidFill>
                <a:srgbClr val="D8D8D8"/>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
          <p:cNvSpPr txBox="1"/>
          <p:nvPr>
            <p:ph type="title"/>
          </p:nvPr>
        </p:nvSpPr>
        <p:spPr>
          <a:xfrm>
            <a:off x="4681705" y="288056"/>
            <a:ext cx="2701590" cy="790579"/>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lt1"/>
              </a:buClr>
              <a:buSzPts val="4000"/>
              <a:buFont typeface="Play"/>
              <a:buNone/>
            </a:pPr>
            <a:r>
              <a:rPr b="1" lang="en-US"/>
              <a:t>Methods</a:t>
            </a:r>
            <a:endParaRPr/>
          </a:p>
        </p:txBody>
      </p:sp>
      <p:sp>
        <p:nvSpPr>
          <p:cNvPr id="300" name="Google Shape;300;p5"/>
          <p:cNvSpPr txBox="1"/>
          <p:nvPr>
            <p:ph idx="1" type="body"/>
          </p:nvPr>
        </p:nvSpPr>
        <p:spPr>
          <a:xfrm>
            <a:off x="1854284" y="1502280"/>
            <a:ext cx="8356599" cy="4924755"/>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D8D8D8"/>
              </a:buClr>
              <a:buSzPts val="1600"/>
              <a:buNone/>
            </a:pPr>
            <a:r>
              <a:rPr lang="en-US" sz="1600">
                <a:solidFill>
                  <a:srgbClr val="D8D8D8"/>
                </a:solidFill>
                <a:latin typeface="Times New Roman"/>
                <a:ea typeface="Times New Roman"/>
                <a:cs typeface="Times New Roman"/>
                <a:sym typeface="Times New Roman"/>
              </a:rPr>
              <a:t>The system provides two core features:</a:t>
            </a:r>
            <a:endParaRPr sz="1600">
              <a:solidFill>
                <a:srgbClr val="D8D8D8"/>
              </a:solidFill>
              <a:latin typeface="Times New Roman"/>
              <a:ea typeface="Times New Roman"/>
              <a:cs typeface="Times New Roman"/>
              <a:sym typeface="Times New Roman"/>
            </a:endParaRPr>
          </a:p>
          <a:p>
            <a:pPr indent="0" lvl="0" marL="0" rtl="0" algn="l">
              <a:lnSpc>
                <a:spcPct val="110000"/>
              </a:lnSpc>
              <a:spcBef>
                <a:spcPts val="1800"/>
              </a:spcBef>
              <a:spcAft>
                <a:spcPts val="0"/>
              </a:spcAft>
              <a:buClr>
                <a:srgbClr val="D8D8D8"/>
              </a:buClr>
              <a:buSzPts val="1600"/>
              <a:buNone/>
            </a:pPr>
            <a:r>
              <a:rPr lang="en-US" sz="1600">
                <a:solidFill>
                  <a:srgbClr val="D8D8D8"/>
                </a:solidFill>
                <a:latin typeface="Times New Roman"/>
                <a:ea typeface="Times New Roman"/>
                <a:cs typeface="Times New Roman"/>
                <a:sym typeface="Times New Roman"/>
              </a:rPr>
              <a:t>1. AI Detection</a:t>
            </a:r>
            <a:endParaRPr sz="1600">
              <a:solidFill>
                <a:srgbClr val="D8D8D8"/>
              </a:solidFill>
              <a:latin typeface="Times New Roman"/>
              <a:ea typeface="Times New Roman"/>
              <a:cs typeface="Times New Roman"/>
              <a:sym typeface="Times New Roman"/>
            </a:endParaRPr>
          </a:p>
          <a:p>
            <a:pPr indent="-285750" lvl="0" marL="285750" rtl="0" algn="l">
              <a:lnSpc>
                <a:spcPct val="110000"/>
              </a:lnSpc>
              <a:spcBef>
                <a:spcPts val="1800"/>
              </a:spcBef>
              <a:spcAft>
                <a:spcPts val="0"/>
              </a:spcAft>
              <a:buClr>
                <a:srgbClr val="D8D8D8"/>
              </a:buClr>
              <a:buSzPts val="1600"/>
              <a:buFont typeface="Arial"/>
              <a:buChar char="•"/>
            </a:pPr>
            <a:r>
              <a:rPr lang="en-US" sz="1600">
                <a:solidFill>
                  <a:srgbClr val="D8D8D8"/>
                </a:solidFill>
                <a:latin typeface="Times New Roman"/>
                <a:ea typeface="Times New Roman"/>
                <a:cs typeface="Times New Roman"/>
                <a:sym typeface="Times New Roman"/>
              </a:rPr>
              <a:t>Users paste an essay into the application</a:t>
            </a:r>
            <a:endParaRPr sz="1600">
              <a:solidFill>
                <a:srgbClr val="D8D8D8"/>
              </a:solidFill>
              <a:latin typeface="Times New Roman"/>
              <a:ea typeface="Times New Roman"/>
              <a:cs typeface="Times New Roman"/>
              <a:sym typeface="Times New Roman"/>
            </a:endParaRPr>
          </a:p>
          <a:p>
            <a:pPr indent="-285750" lvl="0" marL="285750" rtl="0" algn="l">
              <a:lnSpc>
                <a:spcPct val="110000"/>
              </a:lnSpc>
              <a:spcBef>
                <a:spcPts val="1800"/>
              </a:spcBef>
              <a:spcAft>
                <a:spcPts val="0"/>
              </a:spcAft>
              <a:buClr>
                <a:srgbClr val="D8D8D8"/>
              </a:buClr>
              <a:buSzPts val="1600"/>
              <a:buFont typeface="Arial"/>
              <a:buChar char="•"/>
            </a:pPr>
            <a:r>
              <a:rPr lang="en-US" sz="1600">
                <a:solidFill>
                  <a:srgbClr val="D8D8D8"/>
                </a:solidFill>
                <a:latin typeface="Times New Roman"/>
                <a:ea typeface="Times New Roman"/>
                <a:cs typeface="Times New Roman"/>
                <a:sym typeface="Times New Roman"/>
              </a:rPr>
              <a:t>The text is analyzed using the Sapling AI Detection API</a:t>
            </a:r>
            <a:endParaRPr sz="1600">
              <a:solidFill>
                <a:srgbClr val="D8D8D8"/>
              </a:solidFill>
              <a:latin typeface="Times New Roman"/>
              <a:ea typeface="Times New Roman"/>
              <a:cs typeface="Times New Roman"/>
              <a:sym typeface="Times New Roman"/>
            </a:endParaRPr>
          </a:p>
          <a:p>
            <a:pPr indent="-285750" lvl="0" marL="285750" rtl="0" algn="l">
              <a:lnSpc>
                <a:spcPct val="110000"/>
              </a:lnSpc>
              <a:spcBef>
                <a:spcPts val="1800"/>
              </a:spcBef>
              <a:spcAft>
                <a:spcPts val="0"/>
              </a:spcAft>
              <a:buClr>
                <a:srgbClr val="D8D8D8"/>
              </a:buClr>
              <a:buSzPts val="1600"/>
              <a:buFont typeface="Arial"/>
              <a:buChar char="•"/>
            </a:pPr>
            <a:r>
              <a:rPr lang="en-US" sz="1600">
                <a:solidFill>
                  <a:srgbClr val="D8D8D8"/>
                </a:solidFill>
                <a:latin typeface="Times New Roman"/>
                <a:ea typeface="Times New Roman"/>
                <a:cs typeface="Times New Roman"/>
                <a:sym typeface="Times New Roman"/>
              </a:rPr>
              <a:t>The system returns a score (0–100%) indicating the likelihood that the text is AI-generated</a:t>
            </a:r>
            <a:endParaRPr/>
          </a:p>
          <a:p>
            <a:pPr indent="0" lvl="0" marL="0" rtl="0" algn="l">
              <a:lnSpc>
                <a:spcPct val="110000"/>
              </a:lnSpc>
              <a:spcBef>
                <a:spcPts val="1800"/>
              </a:spcBef>
              <a:spcAft>
                <a:spcPts val="0"/>
              </a:spcAft>
              <a:buClr>
                <a:srgbClr val="D8D8D8"/>
              </a:buClr>
              <a:buSzPts val="1600"/>
              <a:buNone/>
            </a:pPr>
            <a:r>
              <a:rPr lang="en-US" sz="1600">
                <a:solidFill>
                  <a:srgbClr val="D8D8D8"/>
                </a:solidFill>
                <a:latin typeface="Times New Roman"/>
                <a:ea typeface="Times New Roman"/>
                <a:cs typeface="Times New Roman"/>
                <a:sym typeface="Times New Roman"/>
              </a:rPr>
              <a:t>2. Humanization (Humanizer)</a:t>
            </a:r>
            <a:endParaRPr sz="1600">
              <a:solidFill>
                <a:srgbClr val="D8D8D8"/>
              </a:solidFill>
              <a:latin typeface="Times New Roman"/>
              <a:ea typeface="Times New Roman"/>
              <a:cs typeface="Times New Roman"/>
              <a:sym typeface="Times New Roman"/>
            </a:endParaRPr>
          </a:p>
          <a:p>
            <a:pPr indent="-285750" lvl="0" marL="285750" rtl="0" algn="l">
              <a:lnSpc>
                <a:spcPct val="110000"/>
              </a:lnSpc>
              <a:spcBef>
                <a:spcPts val="1800"/>
              </a:spcBef>
              <a:spcAft>
                <a:spcPts val="0"/>
              </a:spcAft>
              <a:buClr>
                <a:srgbClr val="D8D8D8"/>
              </a:buClr>
              <a:buSzPts val="1600"/>
              <a:buFont typeface="Arial"/>
              <a:buChar char="•"/>
            </a:pPr>
            <a:r>
              <a:rPr lang="en-US" sz="1600">
                <a:solidFill>
                  <a:srgbClr val="D8D8D8"/>
                </a:solidFill>
                <a:latin typeface="Times New Roman"/>
                <a:ea typeface="Times New Roman"/>
                <a:cs typeface="Times New Roman"/>
                <a:sym typeface="Times New Roman"/>
              </a:rPr>
              <a:t>The essay is sent to the Groq LLaMA 3.3 70B model</a:t>
            </a:r>
            <a:endParaRPr/>
          </a:p>
          <a:p>
            <a:pPr indent="-285750" lvl="0" marL="285750" rtl="0" algn="l">
              <a:lnSpc>
                <a:spcPct val="110000"/>
              </a:lnSpc>
              <a:spcBef>
                <a:spcPts val="1800"/>
              </a:spcBef>
              <a:spcAft>
                <a:spcPts val="0"/>
              </a:spcAft>
              <a:buClr>
                <a:srgbClr val="D8D8D8"/>
              </a:buClr>
              <a:buSzPts val="1600"/>
              <a:buFont typeface="Arial"/>
              <a:buChar char="•"/>
            </a:pPr>
            <a:r>
              <a:rPr lang="en-US" sz="1600">
                <a:solidFill>
                  <a:srgbClr val="D8D8D8"/>
                </a:solidFill>
                <a:latin typeface="Times New Roman"/>
                <a:ea typeface="Times New Roman"/>
                <a:cs typeface="Times New Roman"/>
                <a:sym typeface="Times New Roman"/>
              </a:rPr>
              <a:t>The essay is rewritten to sound more natural and human-like while preserving the original meaning</a:t>
            </a:r>
            <a:endParaRPr sz="1600">
              <a:solidFill>
                <a:srgbClr val="D8D8D8"/>
              </a:solidFill>
              <a:latin typeface="Times New Roman"/>
              <a:ea typeface="Times New Roman"/>
              <a:cs typeface="Times New Roman"/>
              <a:sym typeface="Times New Roman"/>
            </a:endParaRPr>
          </a:p>
          <a:p>
            <a:pPr indent="-285750" lvl="0" marL="285750" rtl="0" algn="l">
              <a:lnSpc>
                <a:spcPct val="110000"/>
              </a:lnSpc>
              <a:spcBef>
                <a:spcPts val="1800"/>
              </a:spcBef>
              <a:spcAft>
                <a:spcPts val="0"/>
              </a:spcAft>
              <a:buClr>
                <a:srgbClr val="D8D8D8"/>
              </a:buClr>
              <a:buSzPts val="1600"/>
              <a:buFont typeface="Arial"/>
              <a:buChar char="•"/>
            </a:pPr>
            <a:r>
              <a:rPr lang="en-US" sz="1600">
                <a:solidFill>
                  <a:srgbClr val="D8D8D8"/>
                </a:solidFill>
                <a:latin typeface="Times New Roman"/>
                <a:ea typeface="Times New Roman"/>
                <a:cs typeface="Times New Roman"/>
                <a:sym typeface="Times New Roman"/>
              </a:rPr>
              <a:t>A rewriting analysis shows how much the wording changed compared to the original</a:t>
            </a:r>
            <a:endParaRPr sz="1600">
              <a:solidFill>
                <a:srgbClr val="D8D8D8"/>
              </a:solidFill>
              <a:latin typeface="Times New Roman"/>
              <a:ea typeface="Times New Roman"/>
              <a:cs typeface="Times New Roman"/>
              <a:sym typeface="Times New Roman"/>
            </a:endParaRPr>
          </a:p>
          <a:p>
            <a:pPr indent="0" lvl="0" marL="0" rtl="0" algn="l">
              <a:lnSpc>
                <a:spcPct val="110000"/>
              </a:lnSpc>
              <a:spcBef>
                <a:spcPts val="1800"/>
              </a:spcBef>
              <a:spcAft>
                <a:spcPts val="0"/>
              </a:spcAft>
              <a:buClr>
                <a:schemeClr val="lt1"/>
              </a:buClr>
              <a:buSzPts val="1600"/>
              <a:buNone/>
            </a:pPr>
            <a:r>
              <a:t/>
            </a:r>
            <a:endParaRPr sz="1600">
              <a:solidFill>
                <a:srgbClr val="D8D8D8"/>
              </a:solidFill>
              <a:latin typeface="Times New Roman"/>
              <a:ea typeface="Times New Roman"/>
              <a:cs typeface="Times New Roman"/>
              <a:sym typeface="Times New Roman"/>
            </a:endParaRPr>
          </a:p>
        </p:txBody>
      </p:sp>
      <p:sp>
        <p:nvSpPr>
          <p:cNvPr id="301" name="Google Shape;301;p5"/>
          <p:cNvSpPr/>
          <p:nvPr/>
        </p:nvSpPr>
        <p:spPr>
          <a:xfrm>
            <a:off x="10213062" y="1997472"/>
            <a:ext cx="1080000" cy="1080000"/>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02" name="Google Shape;302;p5"/>
          <p:cNvSpPr/>
          <p:nvPr/>
        </p:nvSpPr>
        <p:spPr>
          <a:xfrm>
            <a:off x="313747" y="373208"/>
            <a:ext cx="618790" cy="618790"/>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03" name="Google Shape;303;p5"/>
          <p:cNvSpPr/>
          <p:nvPr/>
        </p:nvSpPr>
        <p:spPr>
          <a:xfrm>
            <a:off x="11028536" y="6161734"/>
            <a:ext cx="525211" cy="531895"/>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g38b48ac3d0b_0_0"/>
          <p:cNvSpPr txBox="1"/>
          <p:nvPr>
            <p:ph type="title"/>
          </p:nvPr>
        </p:nvSpPr>
        <p:spPr>
          <a:xfrm>
            <a:off x="550863" y="508635"/>
            <a:ext cx="11090400" cy="13320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en-US"/>
              <a:t>How AI Detection Works</a:t>
            </a:r>
            <a:endParaRPr/>
          </a:p>
        </p:txBody>
      </p:sp>
      <p:sp>
        <p:nvSpPr>
          <p:cNvPr id="310" name="Google Shape;310;g38b48ac3d0b_0_0"/>
          <p:cNvSpPr txBox="1"/>
          <p:nvPr>
            <p:ph idx="1" type="body"/>
          </p:nvPr>
        </p:nvSpPr>
        <p:spPr>
          <a:xfrm>
            <a:off x="550862" y="2097175"/>
            <a:ext cx="5435700" cy="3995700"/>
          </a:xfrm>
          <a:prstGeom prst="rect">
            <a:avLst/>
          </a:prstGeom>
        </p:spPr>
        <p:txBody>
          <a:bodyPr anchorCtr="0" anchor="t" bIns="0" lIns="0" spcFirstLastPara="1" rIns="0" wrap="square" tIns="0">
            <a:normAutofit lnSpcReduction="10000"/>
          </a:bodyPr>
          <a:lstStyle/>
          <a:p>
            <a:pPr indent="0" lvl="0" marL="0" rtl="0" algn="l">
              <a:spcBef>
                <a:spcPts val="1000"/>
              </a:spcBef>
              <a:spcAft>
                <a:spcPts val="0"/>
              </a:spcAft>
              <a:buClr>
                <a:schemeClr val="dk1"/>
              </a:buClr>
              <a:buSzPts val="1100"/>
              <a:buFont typeface="Arial"/>
              <a:buNone/>
            </a:pPr>
            <a:r>
              <a:rPr lang="en-US"/>
              <a:t>We use the Sapling AI Detection API to analyze text.</a:t>
            </a:r>
            <a:endParaRPr/>
          </a:p>
          <a:p>
            <a:pPr indent="0" lvl="0" marL="0" rtl="0" algn="l">
              <a:spcBef>
                <a:spcPts val="1000"/>
              </a:spcBef>
              <a:spcAft>
                <a:spcPts val="0"/>
              </a:spcAft>
              <a:buClr>
                <a:schemeClr val="dk1"/>
              </a:buClr>
              <a:buSzPts val="1100"/>
              <a:buFont typeface="Arial"/>
              <a:buNone/>
            </a:pPr>
            <a:r>
              <a:rPr lang="en-US"/>
              <a:t>The model outputs a probability score (0–100%) indicating how likely the text is AI-generated.</a:t>
            </a:r>
            <a:endParaRPr/>
          </a:p>
          <a:p>
            <a:pPr indent="0" lvl="0" marL="0" rtl="0" algn="l">
              <a:spcBef>
                <a:spcPts val="1000"/>
              </a:spcBef>
              <a:spcAft>
                <a:spcPts val="0"/>
              </a:spcAft>
              <a:buClr>
                <a:schemeClr val="dk1"/>
              </a:buClr>
              <a:buSzPts val="1100"/>
              <a:buFont typeface="Arial"/>
              <a:buNone/>
            </a:pPr>
            <a:r>
              <a:rPr lang="en-US"/>
              <a:t>The detection is based on statistical patterns such as:</a:t>
            </a:r>
            <a:endParaRPr/>
          </a:p>
          <a:p>
            <a:pPr indent="-298450" lvl="0" marL="457200" rtl="0" algn="l">
              <a:lnSpc>
                <a:spcPct val="115000"/>
              </a:lnSpc>
              <a:spcBef>
                <a:spcPts val="1200"/>
              </a:spcBef>
              <a:spcAft>
                <a:spcPts val="0"/>
              </a:spcAft>
              <a:buClr>
                <a:schemeClr val="lt1"/>
              </a:buClr>
              <a:buSzPts val="1100"/>
              <a:buChar char="●"/>
            </a:pPr>
            <a:r>
              <a:rPr lang="en-US"/>
              <a:t>Perplexity (predictability of text)</a:t>
            </a:r>
            <a:endParaRPr/>
          </a:p>
          <a:p>
            <a:pPr indent="-298450" lvl="0" marL="457200" rtl="0" algn="l">
              <a:lnSpc>
                <a:spcPct val="115000"/>
              </a:lnSpc>
              <a:spcBef>
                <a:spcPts val="0"/>
              </a:spcBef>
              <a:spcAft>
                <a:spcPts val="0"/>
              </a:spcAft>
              <a:buClr>
                <a:schemeClr val="lt1"/>
              </a:buClr>
              <a:buSzPts val="1100"/>
              <a:buChar char="●"/>
            </a:pPr>
            <a:r>
              <a:rPr lang="en-US"/>
              <a:t>Burstiness (variation in sentence structure)</a:t>
            </a:r>
            <a:endParaRPr/>
          </a:p>
          <a:p>
            <a:pPr indent="0" lvl="0" marL="0" rtl="0" algn="l">
              <a:lnSpc>
                <a:spcPct val="115000"/>
              </a:lnSpc>
              <a:spcBef>
                <a:spcPts val="1200"/>
              </a:spcBef>
              <a:spcAft>
                <a:spcPts val="0"/>
              </a:spcAft>
              <a:buClr>
                <a:schemeClr val="dk1"/>
              </a:buClr>
              <a:buSzPts val="1100"/>
              <a:buFont typeface="Arial"/>
              <a:buNone/>
            </a:pPr>
            <a:r>
              <a:rPr lang="en-US"/>
              <a:t>AI-generated text tends to be:</a:t>
            </a:r>
            <a:endParaRPr/>
          </a:p>
          <a:p>
            <a:pPr indent="-298450" lvl="0" marL="457200" rtl="0" algn="l">
              <a:lnSpc>
                <a:spcPct val="115000"/>
              </a:lnSpc>
              <a:spcBef>
                <a:spcPts val="1200"/>
              </a:spcBef>
              <a:spcAft>
                <a:spcPts val="0"/>
              </a:spcAft>
              <a:buClr>
                <a:schemeClr val="lt1"/>
              </a:buClr>
              <a:buSzPts val="1100"/>
              <a:buChar char="●"/>
            </a:pPr>
            <a:r>
              <a:rPr lang="en-US"/>
              <a:t>More consistent</a:t>
            </a:r>
            <a:endParaRPr/>
          </a:p>
          <a:p>
            <a:pPr indent="-298450" lvl="0" marL="457200" rtl="0" algn="l">
              <a:lnSpc>
                <a:spcPct val="115000"/>
              </a:lnSpc>
              <a:spcBef>
                <a:spcPts val="0"/>
              </a:spcBef>
              <a:spcAft>
                <a:spcPts val="0"/>
              </a:spcAft>
              <a:buClr>
                <a:schemeClr val="lt1"/>
              </a:buClr>
              <a:buSzPts val="1100"/>
              <a:buChar char="●"/>
            </a:pPr>
            <a:r>
              <a:rPr lang="en-US"/>
              <a:t>More predictable</a:t>
            </a:r>
            <a:endParaRPr/>
          </a:p>
          <a:p>
            <a:pPr indent="-298450" lvl="0" marL="457200" rtl="0" algn="l">
              <a:lnSpc>
                <a:spcPct val="115000"/>
              </a:lnSpc>
              <a:spcBef>
                <a:spcPts val="0"/>
              </a:spcBef>
              <a:spcAft>
                <a:spcPts val="0"/>
              </a:spcAft>
              <a:buClr>
                <a:schemeClr val="lt1"/>
              </a:buClr>
              <a:buSzPts val="1100"/>
              <a:buChar char="●"/>
            </a:pPr>
            <a:r>
              <a:rPr lang="en-US"/>
              <a:t>Less diverse in phrasing</a:t>
            </a:r>
            <a:endParaRPr/>
          </a:p>
          <a:p>
            <a:pPr indent="0" lvl="0" marL="0" rtl="0" algn="l">
              <a:spcBef>
                <a:spcPts val="1200"/>
              </a:spcBef>
              <a:spcAft>
                <a:spcPts val="800"/>
              </a:spcAft>
              <a:buNone/>
            </a:pPr>
            <a:r>
              <a:t/>
            </a:r>
            <a:endParaRPr/>
          </a:p>
        </p:txBody>
      </p:sp>
      <p:sp>
        <p:nvSpPr>
          <p:cNvPr id="311" name="Google Shape;311;g38b48ac3d0b_0_0"/>
          <p:cNvSpPr txBox="1"/>
          <p:nvPr>
            <p:ph idx="2" type="body"/>
          </p:nvPr>
        </p:nvSpPr>
        <p:spPr>
          <a:xfrm>
            <a:off x="6205540" y="2097175"/>
            <a:ext cx="5435700" cy="3995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b="1" lang="en-US"/>
              <a:t>Output Interpretation:</a:t>
            </a:r>
            <a:endParaRPr b="1"/>
          </a:p>
          <a:p>
            <a:pPr indent="-342900" lvl="0" marL="457200" rtl="0" algn="l">
              <a:lnSpc>
                <a:spcPct val="115000"/>
              </a:lnSpc>
              <a:spcBef>
                <a:spcPts val="1200"/>
              </a:spcBef>
              <a:spcAft>
                <a:spcPts val="0"/>
              </a:spcAft>
              <a:buClr>
                <a:schemeClr val="lt1"/>
              </a:buClr>
              <a:buSzPts val="1800"/>
              <a:buFont typeface="Gill Sans"/>
              <a:buChar char="●"/>
            </a:pPr>
            <a:r>
              <a:rPr lang="en-US"/>
              <a:t>Score &gt; 70% → AI Generated</a:t>
            </a:r>
            <a:endParaRPr/>
          </a:p>
          <a:p>
            <a:pPr indent="-342900" lvl="0" marL="457200" rtl="0" algn="l">
              <a:lnSpc>
                <a:spcPct val="115000"/>
              </a:lnSpc>
              <a:spcBef>
                <a:spcPts val="0"/>
              </a:spcBef>
              <a:spcAft>
                <a:spcPts val="0"/>
              </a:spcAft>
              <a:buClr>
                <a:schemeClr val="lt1"/>
              </a:buClr>
              <a:buSzPts val="1800"/>
              <a:buFont typeface="Gill Sans"/>
              <a:buChar char="●"/>
            </a:pPr>
            <a:r>
              <a:rPr lang="en-US"/>
              <a:t>Score &lt; 40% → Human Written</a:t>
            </a:r>
            <a:endParaRPr/>
          </a:p>
          <a:p>
            <a:pPr indent="0" lvl="0" marL="0" rtl="0" algn="l">
              <a:spcBef>
                <a:spcPts val="1200"/>
              </a:spcBef>
              <a:spcAft>
                <a:spcPts val="80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g38b48ac3d0b_0_10"/>
          <p:cNvSpPr txBox="1"/>
          <p:nvPr>
            <p:ph type="title"/>
          </p:nvPr>
        </p:nvSpPr>
        <p:spPr>
          <a:xfrm>
            <a:off x="550863" y="508635"/>
            <a:ext cx="11090400" cy="13320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en-US"/>
              <a:t>How Rewriting Works</a:t>
            </a:r>
            <a:endParaRPr/>
          </a:p>
        </p:txBody>
      </p:sp>
      <p:sp>
        <p:nvSpPr>
          <p:cNvPr id="318" name="Google Shape;318;g38b48ac3d0b_0_10"/>
          <p:cNvSpPr txBox="1"/>
          <p:nvPr>
            <p:ph idx="1" type="body"/>
          </p:nvPr>
        </p:nvSpPr>
        <p:spPr>
          <a:xfrm>
            <a:off x="550862" y="2097175"/>
            <a:ext cx="5435700" cy="3995700"/>
          </a:xfrm>
          <a:prstGeom prst="rect">
            <a:avLst/>
          </a:prstGeom>
        </p:spPr>
        <p:txBody>
          <a:bodyPr anchorCtr="0" anchor="t" bIns="0" lIns="0" spcFirstLastPara="1" rIns="0" wrap="square" tIns="0">
            <a:normAutofit/>
          </a:bodyPr>
          <a:lstStyle/>
          <a:p>
            <a:pPr indent="0" lvl="0" marL="0" rtl="0" algn="l">
              <a:spcBef>
                <a:spcPts val="1000"/>
              </a:spcBef>
              <a:spcAft>
                <a:spcPts val="0"/>
              </a:spcAft>
              <a:buClr>
                <a:schemeClr val="dk1"/>
              </a:buClr>
              <a:buSzPts val="1100"/>
              <a:buFont typeface="Arial"/>
              <a:buNone/>
            </a:pPr>
            <a:r>
              <a:rPr lang="en-US"/>
              <a:t>We use the Groq LLaMA 3.3 70B model to rewrite text.</a:t>
            </a:r>
            <a:endParaRPr/>
          </a:p>
          <a:p>
            <a:pPr indent="0" lvl="0" marL="0" rtl="0" algn="l">
              <a:spcBef>
                <a:spcPts val="1000"/>
              </a:spcBef>
              <a:spcAft>
                <a:spcPts val="0"/>
              </a:spcAft>
              <a:buClr>
                <a:schemeClr val="dk1"/>
              </a:buClr>
              <a:buSzPts val="1100"/>
              <a:buFont typeface="Arial"/>
              <a:buNone/>
            </a:pPr>
            <a:r>
              <a:rPr lang="en-US"/>
              <a:t>The model is guided by a prompt to:</a:t>
            </a:r>
            <a:endParaRPr/>
          </a:p>
          <a:p>
            <a:pPr indent="-298450" lvl="0" marL="457200" rtl="0" algn="l">
              <a:lnSpc>
                <a:spcPct val="115000"/>
              </a:lnSpc>
              <a:spcBef>
                <a:spcPts val="1200"/>
              </a:spcBef>
              <a:spcAft>
                <a:spcPts val="0"/>
              </a:spcAft>
              <a:buClr>
                <a:schemeClr val="lt1"/>
              </a:buClr>
              <a:buSzPts val="1100"/>
              <a:buChar char="●"/>
            </a:pPr>
            <a:r>
              <a:rPr lang="en-US"/>
              <a:t>Preserve the original meaning</a:t>
            </a:r>
            <a:endParaRPr/>
          </a:p>
          <a:p>
            <a:pPr indent="-298450" lvl="0" marL="457200" rtl="0" algn="l">
              <a:lnSpc>
                <a:spcPct val="115000"/>
              </a:lnSpc>
              <a:spcBef>
                <a:spcPts val="0"/>
              </a:spcBef>
              <a:spcAft>
                <a:spcPts val="0"/>
              </a:spcAft>
              <a:buClr>
                <a:schemeClr val="lt1"/>
              </a:buClr>
              <a:buSzPts val="1100"/>
              <a:buChar char="●"/>
            </a:pPr>
            <a:r>
              <a:rPr lang="en-US"/>
              <a:t>Use more natural and conversational language</a:t>
            </a:r>
            <a:endParaRPr/>
          </a:p>
          <a:p>
            <a:pPr indent="-298450" lvl="0" marL="457200" rtl="0" algn="l">
              <a:lnSpc>
                <a:spcPct val="115000"/>
              </a:lnSpc>
              <a:spcBef>
                <a:spcPts val="0"/>
              </a:spcBef>
              <a:spcAft>
                <a:spcPts val="0"/>
              </a:spcAft>
              <a:buClr>
                <a:schemeClr val="lt1"/>
              </a:buClr>
              <a:buSzPts val="1100"/>
              <a:buChar char="●"/>
            </a:pPr>
            <a:r>
              <a:rPr lang="en-US"/>
              <a:t>Reduce repetitive or overly formal expressions</a:t>
            </a:r>
            <a:endParaRPr/>
          </a:p>
          <a:p>
            <a:pPr indent="0" lvl="0" marL="0" rtl="0" algn="l">
              <a:lnSpc>
                <a:spcPct val="115000"/>
              </a:lnSpc>
              <a:spcBef>
                <a:spcPts val="1200"/>
              </a:spcBef>
              <a:spcAft>
                <a:spcPts val="0"/>
              </a:spcAft>
              <a:buClr>
                <a:schemeClr val="dk1"/>
              </a:buClr>
              <a:buSzPts val="1100"/>
              <a:buFont typeface="Arial"/>
              <a:buNone/>
            </a:pPr>
            <a:r>
              <a:rPr lang="en-US"/>
              <a:t>The goal is to make AI-generated text:</a:t>
            </a:r>
            <a:endParaRPr/>
          </a:p>
          <a:p>
            <a:pPr indent="-298450" lvl="0" marL="457200" rtl="0" algn="l">
              <a:lnSpc>
                <a:spcPct val="115000"/>
              </a:lnSpc>
              <a:spcBef>
                <a:spcPts val="1200"/>
              </a:spcBef>
              <a:spcAft>
                <a:spcPts val="0"/>
              </a:spcAft>
              <a:buClr>
                <a:schemeClr val="lt1"/>
              </a:buClr>
              <a:buSzPts val="1100"/>
              <a:buChar char="●"/>
            </a:pPr>
            <a:r>
              <a:rPr lang="en-US"/>
              <a:t>Less predictable</a:t>
            </a:r>
            <a:endParaRPr/>
          </a:p>
          <a:p>
            <a:pPr indent="-298450" lvl="0" marL="457200" rtl="0" algn="l">
              <a:lnSpc>
                <a:spcPct val="115000"/>
              </a:lnSpc>
              <a:spcBef>
                <a:spcPts val="0"/>
              </a:spcBef>
              <a:spcAft>
                <a:spcPts val="0"/>
              </a:spcAft>
              <a:buClr>
                <a:schemeClr val="lt1"/>
              </a:buClr>
              <a:buSzPts val="1100"/>
              <a:buChar char="●"/>
            </a:pPr>
            <a:r>
              <a:rPr lang="en-US"/>
              <a:t>More human-like in style</a:t>
            </a:r>
            <a:endParaRPr/>
          </a:p>
          <a:p>
            <a:pPr indent="0" lvl="0" marL="0" rtl="0" algn="l">
              <a:spcBef>
                <a:spcPts val="1200"/>
              </a:spcBef>
              <a:spcAft>
                <a:spcPts val="800"/>
              </a:spcAft>
              <a:buNone/>
            </a:pPr>
            <a:r>
              <a:t/>
            </a:r>
            <a:endParaRPr/>
          </a:p>
        </p:txBody>
      </p:sp>
      <p:sp>
        <p:nvSpPr>
          <p:cNvPr id="319" name="Google Shape;319;g38b48ac3d0b_0_10"/>
          <p:cNvSpPr txBox="1"/>
          <p:nvPr>
            <p:ph idx="2" type="body"/>
          </p:nvPr>
        </p:nvSpPr>
        <p:spPr>
          <a:xfrm>
            <a:off x="6205540" y="2097175"/>
            <a:ext cx="5435700" cy="3995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b="1" lang="en-US"/>
              <a:t>Key Idea:</a:t>
            </a:r>
            <a:endParaRPr b="1"/>
          </a:p>
          <a:p>
            <a:pPr indent="-342900" lvl="0" marL="457200" rtl="0" algn="l">
              <a:lnSpc>
                <a:spcPct val="115000"/>
              </a:lnSpc>
              <a:spcBef>
                <a:spcPts val="1200"/>
              </a:spcBef>
              <a:spcAft>
                <a:spcPts val="0"/>
              </a:spcAft>
              <a:buClr>
                <a:schemeClr val="lt1"/>
              </a:buClr>
              <a:buSzPts val="1800"/>
              <a:buFont typeface="Gill Sans"/>
              <a:buChar char="●"/>
            </a:pPr>
            <a:r>
              <a:rPr lang="en-US"/>
              <a:t>Change wording, not meaning</a:t>
            </a:r>
            <a:endParaRPr/>
          </a:p>
          <a:p>
            <a:pPr indent="0" lvl="0" marL="0" rtl="0" algn="l">
              <a:spcBef>
                <a:spcPts val="1200"/>
              </a:spcBef>
              <a:spcAft>
                <a:spcPts val="8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g38b48ac3d0b_0_20"/>
          <p:cNvSpPr txBox="1"/>
          <p:nvPr>
            <p:ph type="title"/>
          </p:nvPr>
        </p:nvSpPr>
        <p:spPr>
          <a:xfrm>
            <a:off x="550863" y="508635"/>
            <a:ext cx="11090400" cy="13320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en-US"/>
              <a:t>Evaluation</a:t>
            </a:r>
            <a:endParaRPr/>
          </a:p>
        </p:txBody>
      </p:sp>
      <p:sp>
        <p:nvSpPr>
          <p:cNvPr id="326" name="Google Shape;326;g38b48ac3d0b_0_20"/>
          <p:cNvSpPr txBox="1"/>
          <p:nvPr>
            <p:ph idx="1" type="body"/>
          </p:nvPr>
        </p:nvSpPr>
        <p:spPr>
          <a:xfrm>
            <a:off x="550862" y="2097175"/>
            <a:ext cx="5435700" cy="3995700"/>
          </a:xfrm>
          <a:prstGeom prst="rect">
            <a:avLst/>
          </a:prstGeom>
        </p:spPr>
        <p:txBody>
          <a:bodyPr anchorCtr="0" anchor="t" bIns="0" lIns="0" spcFirstLastPara="1" rIns="0" wrap="square" tIns="0">
            <a:normAutofit/>
          </a:bodyPr>
          <a:lstStyle/>
          <a:p>
            <a:pPr indent="0" lvl="0" marL="0" rtl="0" algn="l">
              <a:spcBef>
                <a:spcPts val="1000"/>
              </a:spcBef>
              <a:spcAft>
                <a:spcPts val="0"/>
              </a:spcAft>
              <a:buClr>
                <a:schemeClr val="dk1"/>
              </a:buClr>
              <a:buSzPts val="1100"/>
              <a:buFont typeface="Arial"/>
              <a:buNone/>
            </a:pPr>
            <a:r>
              <a:rPr lang="en-US"/>
              <a:t>We evaluate using labeled datasets (AI vs Human essays).</a:t>
            </a:r>
            <a:endParaRPr/>
          </a:p>
          <a:p>
            <a:pPr indent="0" lvl="0" marL="0" rtl="0" algn="l">
              <a:spcBef>
                <a:spcPts val="1000"/>
              </a:spcBef>
              <a:spcAft>
                <a:spcPts val="0"/>
              </a:spcAft>
              <a:buClr>
                <a:schemeClr val="dk1"/>
              </a:buClr>
              <a:buSzPts val="1100"/>
              <a:buFont typeface="Arial"/>
              <a:buNone/>
            </a:pPr>
            <a:r>
              <a:rPr lang="en-US"/>
              <a:t>For each sample:</a:t>
            </a:r>
            <a:endParaRPr/>
          </a:p>
          <a:p>
            <a:pPr indent="-298450" lvl="0" marL="457200" rtl="0" algn="l">
              <a:lnSpc>
                <a:spcPct val="115000"/>
              </a:lnSpc>
              <a:spcBef>
                <a:spcPts val="1200"/>
              </a:spcBef>
              <a:spcAft>
                <a:spcPts val="0"/>
              </a:spcAft>
              <a:buClr>
                <a:schemeClr val="lt1"/>
              </a:buClr>
              <a:buSzPts val="1100"/>
              <a:buAutoNum type="arabicPeriod"/>
            </a:pPr>
            <a:r>
              <a:rPr lang="en-US"/>
              <a:t>Run detection on original text</a:t>
            </a:r>
            <a:endParaRPr/>
          </a:p>
          <a:p>
            <a:pPr indent="-298450" lvl="0" marL="457200" rtl="0" algn="l">
              <a:lnSpc>
                <a:spcPct val="115000"/>
              </a:lnSpc>
              <a:spcBef>
                <a:spcPts val="0"/>
              </a:spcBef>
              <a:spcAft>
                <a:spcPts val="0"/>
              </a:spcAft>
              <a:buClr>
                <a:schemeClr val="lt1"/>
              </a:buClr>
              <a:buSzPts val="1100"/>
              <a:buAutoNum type="arabicPeriod"/>
            </a:pPr>
            <a:r>
              <a:rPr lang="en-US"/>
              <a:t>Rewrite the text</a:t>
            </a:r>
            <a:endParaRPr/>
          </a:p>
          <a:p>
            <a:pPr indent="-298450" lvl="0" marL="457200" rtl="0" algn="l">
              <a:lnSpc>
                <a:spcPct val="115000"/>
              </a:lnSpc>
              <a:spcBef>
                <a:spcPts val="0"/>
              </a:spcBef>
              <a:spcAft>
                <a:spcPts val="0"/>
              </a:spcAft>
              <a:buClr>
                <a:schemeClr val="lt1"/>
              </a:buClr>
              <a:buSzPts val="1100"/>
              <a:buAutoNum type="arabicPeriod"/>
            </a:pPr>
            <a:r>
              <a:rPr lang="en-US"/>
              <a:t>Run detection again</a:t>
            </a:r>
            <a:endParaRPr/>
          </a:p>
          <a:p>
            <a:pPr indent="0" lvl="0" marL="0" rtl="0" algn="l">
              <a:spcBef>
                <a:spcPts val="1200"/>
              </a:spcBef>
              <a:spcAft>
                <a:spcPts val="800"/>
              </a:spcAft>
              <a:buNone/>
            </a:pPr>
            <a:r>
              <a:t/>
            </a:r>
            <a:endParaRPr/>
          </a:p>
        </p:txBody>
      </p:sp>
      <p:sp>
        <p:nvSpPr>
          <p:cNvPr id="327" name="Google Shape;327;g38b48ac3d0b_0_20"/>
          <p:cNvSpPr txBox="1"/>
          <p:nvPr>
            <p:ph idx="2" type="body"/>
          </p:nvPr>
        </p:nvSpPr>
        <p:spPr>
          <a:xfrm>
            <a:off x="6205540" y="2097175"/>
            <a:ext cx="5435700" cy="3995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Metric:</a:t>
            </a:r>
            <a:endParaRPr b="1">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a:latin typeface="Arial"/>
                <a:ea typeface="Arial"/>
                <a:cs typeface="Arial"/>
                <a:sym typeface="Arial"/>
              </a:rPr>
              <a:t>Score Drop = Original Score – Rewritten Score</a:t>
            </a:r>
            <a:endParaRPr>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A larger score drop indicates:</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The rewritten text is harder to detect as AI</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The humanization is more effective</a:t>
            </a:r>
            <a:endParaRPr>
              <a:latin typeface="Arial"/>
              <a:ea typeface="Arial"/>
              <a:cs typeface="Arial"/>
              <a:sym typeface="Arial"/>
            </a:endParaRPr>
          </a:p>
          <a:p>
            <a:pPr indent="0" lvl="0" marL="0" rtl="0" algn="l">
              <a:spcBef>
                <a:spcPts val="1200"/>
              </a:spcBef>
              <a:spcAft>
                <a:spcPts val="80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g38b48ac3d0b_0_30"/>
          <p:cNvSpPr txBox="1"/>
          <p:nvPr>
            <p:ph type="title"/>
          </p:nvPr>
        </p:nvSpPr>
        <p:spPr>
          <a:xfrm>
            <a:off x="550863" y="508635"/>
            <a:ext cx="11090400" cy="13320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en-US"/>
              <a:t>Similarity</a:t>
            </a:r>
            <a:endParaRPr/>
          </a:p>
        </p:txBody>
      </p:sp>
      <p:sp>
        <p:nvSpPr>
          <p:cNvPr id="334" name="Google Shape;334;g38b48ac3d0b_0_30"/>
          <p:cNvSpPr txBox="1"/>
          <p:nvPr>
            <p:ph idx="1" type="body"/>
          </p:nvPr>
        </p:nvSpPr>
        <p:spPr>
          <a:xfrm>
            <a:off x="550862" y="2097175"/>
            <a:ext cx="5435700" cy="3995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lang="en-US"/>
              <a:t>We use cosine similarity (TF-IDF) to compare:</a:t>
            </a:r>
            <a:endParaRPr/>
          </a:p>
          <a:p>
            <a:pPr indent="-298450" lvl="0" marL="457200" rtl="0" algn="l">
              <a:lnSpc>
                <a:spcPct val="115000"/>
              </a:lnSpc>
              <a:spcBef>
                <a:spcPts val="1200"/>
              </a:spcBef>
              <a:spcAft>
                <a:spcPts val="0"/>
              </a:spcAft>
              <a:buClr>
                <a:schemeClr val="lt1"/>
              </a:buClr>
              <a:buSzPts val="1100"/>
              <a:buChar char="●"/>
            </a:pPr>
            <a:r>
              <a:rPr lang="en-US"/>
              <a:t>Original text</a:t>
            </a:r>
            <a:endParaRPr/>
          </a:p>
          <a:p>
            <a:pPr indent="-298450" lvl="0" marL="457200" rtl="0" algn="l">
              <a:lnSpc>
                <a:spcPct val="115000"/>
              </a:lnSpc>
              <a:spcBef>
                <a:spcPts val="0"/>
              </a:spcBef>
              <a:spcAft>
                <a:spcPts val="0"/>
              </a:spcAft>
              <a:buClr>
                <a:schemeClr val="lt1"/>
              </a:buClr>
              <a:buSzPts val="1100"/>
              <a:buChar char="●"/>
            </a:pPr>
            <a:r>
              <a:rPr lang="en-US"/>
              <a:t>Rewritten text</a:t>
            </a:r>
            <a:endParaRPr/>
          </a:p>
          <a:p>
            <a:pPr indent="0" lvl="0" marL="0" rtl="0" algn="l">
              <a:spcBef>
                <a:spcPts val="1200"/>
              </a:spcBef>
              <a:spcAft>
                <a:spcPts val="800"/>
              </a:spcAft>
              <a:buNone/>
            </a:pPr>
            <a:r>
              <a:t/>
            </a:r>
            <a:endParaRPr/>
          </a:p>
        </p:txBody>
      </p:sp>
      <p:sp>
        <p:nvSpPr>
          <p:cNvPr id="335" name="Google Shape;335;g38b48ac3d0b_0_30"/>
          <p:cNvSpPr txBox="1"/>
          <p:nvPr>
            <p:ph idx="2" type="body"/>
          </p:nvPr>
        </p:nvSpPr>
        <p:spPr>
          <a:xfrm>
            <a:off x="6205540" y="2097175"/>
            <a:ext cx="5435700" cy="3995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Formula:</a:t>
            </a:r>
            <a:endParaRPr b="1">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a:latin typeface="Arial"/>
                <a:ea typeface="Arial"/>
                <a:cs typeface="Arial"/>
                <a:sym typeface="Arial"/>
              </a:rPr>
              <a:t>Words Changed (%) = (1 - cosine similarity) × 100</a:t>
            </a:r>
            <a:endParaRPr>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This ensures:</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The meaning is preserved</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Only wording is modified </a:t>
            </a:r>
            <a:endParaRPr>
              <a:latin typeface="Arial"/>
              <a:ea typeface="Arial"/>
              <a:cs typeface="Arial"/>
              <a:sym typeface="Arial"/>
            </a:endParaRPr>
          </a:p>
          <a:p>
            <a:pPr indent="0" lvl="0" marL="0" rtl="0" algn="l">
              <a:spcBef>
                <a:spcPts val="1200"/>
              </a:spcBef>
              <a:spcAft>
                <a:spcPts val="80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g38b48ac3d0b_0_41"/>
          <p:cNvSpPr txBox="1"/>
          <p:nvPr>
            <p:ph type="title"/>
          </p:nvPr>
        </p:nvSpPr>
        <p:spPr>
          <a:xfrm>
            <a:off x="550863" y="508635"/>
            <a:ext cx="11090400" cy="13320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en-US"/>
              <a:t>Results (Dataset + Accuracy)</a:t>
            </a:r>
            <a:endParaRPr/>
          </a:p>
        </p:txBody>
      </p:sp>
      <p:sp>
        <p:nvSpPr>
          <p:cNvPr id="342" name="Google Shape;342;g38b48ac3d0b_0_41"/>
          <p:cNvSpPr txBox="1"/>
          <p:nvPr>
            <p:ph idx="1" type="body"/>
          </p:nvPr>
        </p:nvSpPr>
        <p:spPr>
          <a:xfrm>
            <a:off x="550862" y="2097175"/>
            <a:ext cx="5435700" cy="3995700"/>
          </a:xfrm>
          <a:prstGeom prst="rect">
            <a:avLst/>
          </a:prstGeom>
        </p:spPr>
        <p:txBody>
          <a:bodyPr anchorCtr="0" anchor="t" bIns="0" lIns="0" spcFirstLastPara="1" rIns="0" wrap="square" tIns="0">
            <a:normAutofit/>
          </a:bodyPr>
          <a:lstStyle/>
          <a:p>
            <a:pPr indent="0" lvl="0" marL="0" rtl="0" algn="l">
              <a:spcBef>
                <a:spcPts val="1000"/>
              </a:spcBef>
              <a:spcAft>
                <a:spcPts val="0"/>
              </a:spcAft>
              <a:buClr>
                <a:schemeClr val="dk1"/>
              </a:buClr>
              <a:buSzPts val="1100"/>
              <a:buFont typeface="Arial"/>
              <a:buNone/>
            </a:pPr>
            <a:r>
              <a:rPr lang="en-US">
                <a:latin typeface="Arial"/>
                <a:ea typeface="Arial"/>
                <a:cs typeface="Arial"/>
                <a:sym typeface="Arial"/>
              </a:rPr>
              <a:t>Dataset: Human vs AI Generated Essays (Kaggle)</a:t>
            </a:r>
            <a:endParaRPr>
              <a:latin typeface="Arial"/>
              <a:ea typeface="Arial"/>
              <a:cs typeface="Arial"/>
              <a:sym typeface="Arial"/>
            </a:endParaRPr>
          </a:p>
          <a:p>
            <a:pPr indent="0" lvl="0" marL="0" rtl="0" algn="l">
              <a:spcBef>
                <a:spcPts val="1000"/>
              </a:spcBef>
              <a:spcAft>
                <a:spcPts val="0"/>
              </a:spcAft>
              <a:buClr>
                <a:schemeClr val="dk1"/>
              </a:buClr>
              <a:buSzPts val="1100"/>
              <a:buFont typeface="Arial"/>
              <a:buNone/>
            </a:pPr>
            <a:r>
              <a:rPr lang="en-US">
                <a:latin typeface="Arial"/>
                <a:ea typeface="Arial"/>
                <a:cs typeface="Arial"/>
                <a:sym typeface="Arial"/>
              </a:rPr>
              <a:t>Total samples used: 100</a:t>
            </a:r>
            <a:endParaRPr>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50 AI-generated</a:t>
            </a:r>
            <a:endParaRPr>
              <a:latin typeface="Arial"/>
              <a:ea typeface="Arial"/>
              <a:cs typeface="Arial"/>
              <a:sym typeface="Arial"/>
            </a:endParaRPr>
          </a:p>
          <a:p>
            <a:pPr indent="-342900" lvl="0" marL="457200" rtl="0" algn="l">
              <a:lnSpc>
                <a:spcPct val="115000"/>
              </a:lnSpc>
              <a:spcBef>
                <a:spcPts val="0"/>
              </a:spcBef>
              <a:spcAft>
                <a:spcPts val="0"/>
              </a:spcAft>
              <a:buClr>
                <a:schemeClr val="lt1"/>
              </a:buClr>
              <a:buSzPts val="1800"/>
              <a:buChar char="●"/>
            </a:pPr>
            <a:r>
              <a:rPr lang="en-US">
                <a:latin typeface="Arial"/>
                <a:ea typeface="Arial"/>
                <a:cs typeface="Arial"/>
                <a:sym typeface="Arial"/>
              </a:rPr>
              <a:t>50 human-written</a:t>
            </a:r>
            <a:endParaRPr>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a:latin typeface="Arial"/>
                <a:ea typeface="Arial"/>
                <a:cs typeface="Arial"/>
                <a:sym typeface="Arial"/>
              </a:rPr>
              <a:t>Minimal preprocessing:</a:t>
            </a:r>
            <a:endParaRPr>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Truncated to 2000 characters (API limit)</a:t>
            </a:r>
            <a:endParaRPr>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a:latin typeface="Arial"/>
                <a:ea typeface="Arial"/>
                <a:cs typeface="Arial"/>
                <a:sym typeface="Arial"/>
              </a:rPr>
              <a:t>Detection Accuracy:</a:t>
            </a:r>
            <a:endParaRPr>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b="1" lang="en-US">
                <a:latin typeface="Arial"/>
                <a:ea typeface="Arial"/>
                <a:cs typeface="Arial"/>
                <a:sym typeface="Arial"/>
              </a:rPr>
              <a:t>90% overall accuracy</a:t>
            </a:r>
            <a:endParaRPr b="1">
              <a:latin typeface="Arial"/>
              <a:ea typeface="Arial"/>
              <a:cs typeface="Arial"/>
              <a:sym typeface="Arial"/>
            </a:endParaRPr>
          </a:p>
          <a:p>
            <a:pPr indent="0" lvl="0" marL="0" rtl="0" algn="l">
              <a:spcBef>
                <a:spcPts val="1200"/>
              </a:spcBef>
              <a:spcAft>
                <a:spcPts val="800"/>
              </a:spcAft>
              <a:buNone/>
            </a:pPr>
            <a:r>
              <a:t/>
            </a:r>
            <a:endParaRPr/>
          </a:p>
        </p:txBody>
      </p:sp>
      <p:sp>
        <p:nvSpPr>
          <p:cNvPr id="343" name="Google Shape;343;g38b48ac3d0b_0_41"/>
          <p:cNvSpPr txBox="1"/>
          <p:nvPr>
            <p:ph idx="2" type="body"/>
          </p:nvPr>
        </p:nvSpPr>
        <p:spPr>
          <a:xfrm>
            <a:off x="6205540" y="2097175"/>
            <a:ext cx="5435700" cy="3995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Observations:</a:t>
            </a:r>
            <a:endParaRPr b="1">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Most AI-generated texts were correctly identified</a:t>
            </a:r>
            <a:endParaRPr>
              <a:latin typeface="Arial"/>
              <a:ea typeface="Arial"/>
              <a:cs typeface="Arial"/>
              <a:sym typeface="Arial"/>
            </a:endParaRPr>
          </a:p>
          <a:p>
            <a:pPr indent="-342900" lvl="0" marL="457200" rtl="0" algn="l">
              <a:lnSpc>
                <a:spcPct val="115000"/>
              </a:lnSpc>
              <a:spcBef>
                <a:spcPts val="0"/>
              </a:spcBef>
              <a:spcAft>
                <a:spcPts val="0"/>
              </a:spcAft>
              <a:buClr>
                <a:schemeClr val="lt1"/>
              </a:buClr>
              <a:buSzPts val="1800"/>
              <a:buChar char="●"/>
            </a:pPr>
            <a:r>
              <a:rPr lang="en-US">
                <a:latin typeface="Arial"/>
                <a:ea typeface="Arial"/>
                <a:cs typeface="Arial"/>
                <a:sym typeface="Arial"/>
              </a:rPr>
              <a:t>Errors mainly occurred as false negatives (AI → Human)</a:t>
            </a:r>
            <a:endParaRPr>
              <a:latin typeface="Arial"/>
              <a:ea typeface="Arial"/>
              <a:cs typeface="Arial"/>
              <a:sym typeface="Arial"/>
            </a:endParaRPr>
          </a:p>
          <a:p>
            <a:pPr indent="0" lvl="0" marL="0" rtl="0" algn="l">
              <a:spcBef>
                <a:spcPts val="1200"/>
              </a:spcBef>
              <a:spcAft>
                <a:spcPts val="80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g38b48ac3d0b_0_52"/>
          <p:cNvSpPr txBox="1"/>
          <p:nvPr>
            <p:ph type="title"/>
          </p:nvPr>
        </p:nvSpPr>
        <p:spPr>
          <a:xfrm>
            <a:off x="550863" y="508635"/>
            <a:ext cx="11090400" cy="13320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en-US"/>
              <a:t>Results (Rewrite Effect)</a:t>
            </a:r>
            <a:endParaRPr/>
          </a:p>
        </p:txBody>
      </p:sp>
      <p:sp>
        <p:nvSpPr>
          <p:cNvPr id="350" name="Google Shape;350;g38b48ac3d0b_0_52"/>
          <p:cNvSpPr txBox="1"/>
          <p:nvPr>
            <p:ph idx="1" type="body"/>
          </p:nvPr>
        </p:nvSpPr>
        <p:spPr>
          <a:xfrm>
            <a:off x="550862" y="2097175"/>
            <a:ext cx="5435700" cy="3995700"/>
          </a:xfrm>
          <a:prstGeom prst="rect">
            <a:avLst/>
          </a:prstGeom>
        </p:spPr>
        <p:txBody>
          <a:bodyPr anchorCtr="0" anchor="t" bIns="0" lIns="0" spcFirstLastPara="1" rIns="0" wrap="square" tIns="0">
            <a:normAutofit lnSpcReduction="10000"/>
          </a:bodyPr>
          <a:lstStyle/>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We compare detection scores before and after rewriting</a:t>
            </a:r>
            <a:endParaRPr>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Example Results:</a:t>
            </a:r>
            <a:endParaRPr b="1">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Sample 1:</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Before: 100%</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After: 82%</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Drop: 18%</a:t>
            </a:r>
            <a:endParaRPr>
              <a:latin typeface="Arial"/>
              <a:ea typeface="Arial"/>
              <a:cs typeface="Arial"/>
              <a:sym typeface="Arial"/>
            </a:endParaRPr>
          </a:p>
          <a:p>
            <a:pPr indent="-342900" lvl="0" marL="457200" rtl="0" algn="l">
              <a:lnSpc>
                <a:spcPct val="115000"/>
              </a:lnSpc>
              <a:spcBef>
                <a:spcPts val="0"/>
              </a:spcBef>
              <a:spcAft>
                <a:spcPts val="0"/>
              </a:spcAft>
              <a:buClr>
                <a:schemeClr val="lt1"/>
              </a:buClr>
              <a:buSzPts val="1800"/>
              <a:buChar char="●"/>
            </a:pPr>
            <a:r>
              <a:rPr lang="en-US">
                <a:latin typeface="Arial"/>
                <a:ea typeface="Arial"/>
                <a:cs typeface="Arial"/>
                <a:sym typeface="Arial"/>
              </a:rPr>
              <a:t>Sample 2:</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Before: 90%</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After: 75%</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Drop: 15%</a:t>
            </a:r>
            <a:endParaRPr>
              <a:latin typeface="Arial"/>
              <a:ea typeface="Arial"/>
              <a:cs typeface="Arial"/>
              <a:sym typeface="Arial"/>
            </a:endParaRPr>
          </a:p>
          <a:p>
            <a:pPr indent="0" lvl="0" marL="0" rtl="0" algn="l">
              <a:spcBef>
                <a:spcPts val="1200"/>
              </a:spcBef>
              <a:spcAft>
                <a:spcPts val="800"/>
              </a:spcAft>
              <a:buNone/>
            </a:pPr>
            <a:r>
              <a:t/>
            </a:r>
            <a:endParaRPr/>
          </a:p>
        </p:txBody>
      </p:sp>
      <p:sp>
        <p:nvSpPr>
          <p:cNvPr id="351" name="Google Shape;351;g38b48ac3d0b_0_52"/>
          <p:cNvSpPr txBox="1"/>
          <p:nvPr>
            <p:ph idx="2" type="body"/>
          </p:nvPr>
        </p:nvSpPr>
        <p:spPr>
          <a:xfrm>
            <a:off x="6205540" y="2097175"/>
            <a:ext cx="5435700" cy="3995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Summary:</a:t>
            </a:r>
            <a:endParaRPr b="1">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Average word change: 65–75%</a:t>
            </a:r>
            <a:endParaRPr>
              <a:latin typeface="Arial"/>
              <a:ea typeface="Arial"/>
              <a:cs typeface="Arial"/>
              <a:sym typeface="Arial"/>
            </a:endParaRPr>
          </a:p>
          <a:p>
            <a:pPr indent="-342900" lvl="0" marL="457200" rtl="0" algn="l">
              <a:lnSpc>
                <a:spcPct val="115000"/>
              </a:lnSpc>
              <a:spcBef>
                <a:spcPts val="0"/>
              </a:spcBef>
              <a:spcAft>
                <a:spcPts val="0"/>
              </a:spcAft>
              <a:buClr>
                <a:schemeClr val="lt1"/>
              </a:buClr>
              <a:buSzPts val="1800"/>
              <a:buChar char="●"/>
            </a:pPr>
            <a:r>
              <a:rPr lang="en-US">
                <a:latin typeface="Arial"/>
                <a:ea typeface="Arial"/>
                <a:cs typeface="Arial"/>
                <a:sym typeface="Arial"/>
              </a:rPr>
              <a:t>Rewriting reduces detectability, but:</a:t>
            </a:r>
            <a:endParaRPr>
              <a:latin typeface="Arial"/>
              <a:ea typeface="Arial"/>
              <a:cs typeface="Arial"/>
              <a:sym typeface="Arial"/>
            </a:endParaRPr>
          </a:p>
          <a:p>
            <a:pPr indent="-342900" lvl="1" marL="914400" rtl="0" algn="l">
              <a:lnSpc>
                <a:spcPct val="115000"/>
              </a:lnSpc>
              <a:spcBef>
                <a:spcPts val="0"/>
              </a:spcBef>
              <a:spcAft>
                <a:spcPts val="0"/>
              </a:spcAft>
              <a:buClr>
                <a:schemeClr val="lt1"/>
              </a:buClr>
              <a:buSzPts val="1800"/>
              <a:buChar char="○"/>
            </a:pPr>
            <a:r>
              <a:rPr lang="en-US">
                <a:latin typeface="Arial"/>
                <a:ea typeface="Arial"/>
                <a:cs typeface="Arial"/>
                <a:sym typeface="Arial"/>
              </a:rPr>
              <a:t>AI text is still often detected</a:t>
            </a:r>
            <a:endParaRPr>
              <a:latin typeface="Arial"/>
              <a:ea typeface="Arial"/>
              <a:cs typeface="Arial"/>
              <a:sym typeface="Arial"/>
            </a:endParaRPr>
          </a:p>
          <a:p>
            <a:pPr indent="0" lvl="0" marL="0" rtl="0" algn="l">
              <a:spcBef>
                <a:spcPts val="1200"/>
              </a:spcBef>
              <a:spcAft>
                <a:spcPts val="80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355" name="Shape 355"/>
        <p:cNvGrpSpPr/>
        <p:nvPr/>
      </p:nvGrpSpPr>
      <p:grpSpPr>
        <a:xfrm>
          <a:off x="0" y="0"/>
          <a:ext cx="0" cy="0"/>
          <a:chOff x="0" y="0"/>
          <a:chExt cx="0" cy="0"/>
        </a:xfrm>
      </p:grpSpPr>
      <p:sp>
        <p:nvSpPr>
          <p:cNvPr id="356" name="Google Shape;356;p6"/>
          <p:cNvSpPr/>
          <p:nvPr/>
        </p:nvSpPr>
        <p:spPr>
          <a:xfrm rot="2700000">
            <a:off x="612445" y="481888"/>
            <a:ext cx="1080000" cy="1262947"/>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453E75"/>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57" name="Google Shape;357;p6"/>
          <p:cNvSpPr/>
          <p:nvPr/>
        </p:nvSpPr>
        <p:spPr>
          <a:xfrm rot="8100000">
            <a:off x="626845" y="828962"/>
            <a:ext cx="540000" cy="1080000"/>
          </a:xfrm>
          <a:prstGeom prst="ellipse">
            <a:avLst/>
          </a:prstGeom>
          <a:gradFill>
            <a:gsLst>
              <a:gs pos="0">
                <a:srgbClr val="221F3B"/>
              </a:gs>
              <a:gs pos="50000">
                <a:srgbClr val="221F3B"/>
              </a:gs>
              <a:gs pos="100000">
                <a:srgbClr val="2B274A"/>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58" name="Google Shape;358;p6"/>
          <p:cNvSpPr/>
          <p:nvPr/>
        </p:nvSpPr>
        <p:spPr>
          <a:xfrm>
            <a:off x="1800802" y="2472855"/>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359" name="Google Shape;359;p6"/>
          <p:cNvGrpSpPr/>
          <p:nvPr/>
        </p:nvGrpSpPr>
        <p:grpSpPr>
          <a:xfrm>
            <a:off x="1292493" y="4299807"/>
            <a:ext cx="2083885" cy="2083885"/>
            <a:chOff x="4842143" y="3556857"/>
            <a:chExt cx="2083885" cy="2083885"/>
          </a:xfrm>
        </p:grpSpPr>
        <p:sp>
          <p:nvSpPr>
            <p:cNvPr id="360" name="Google Shape;360;p6"/>
            <p:cNvSpPr/>
            <p:nvPr/>
          </p:nvSpPr>
          <p:spPr>
            <a:xfrm flipH="1" rot="8100000">
              <a:off x="5005634" y="4191206"/>
              <a:ext cx="1853969" cy="926985"/>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61" name="Google Shape;361;p6"/>
            <p:cNvSpPr/>
            <p:nvPr/>
          </p:nvSpPr>
          <p:spPr>
            <a:xfrm flipH="1" rot="8100000">
              <a:off x="4957101" y="4052255"/>
              <a:ext cx="1853969" cy="1093090"/>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4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62" name="Google Shape;362;p6"/>
            <p:cNvSpPr/>
            <p:nvPr/>
          </p:nvSpPr>
          <p:spPr>
            <a:xfrm flipH="1" rot="2700000">
              <a:off x="6040374" y="3601683"/>
              <a:ext cx="107098" cy="466589"/>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63" name="Google Shape;363;p6"/>
            <p:cNvSpPr/>
            <p:nvPr/>
          </p:nvSpPr>
          <p:spPr>
            <a:xfrm flipH="1" rot="2700000">
              <a:off x="5059348" y="4582709"/>
              <a:ext cx="107098" cy="466589"/>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364" name="Google Shape;364;p6"/>
          <p:cNvSpPr/>
          <p:nvPr/>
        </p:nvSpPr>
        <p:spPr>
          <a:xfrm>
            <a:off x="0" y="0"/>
            <a:ext cx="12192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65" name="Google Shape;365;p6"/>
          <p:cNvSpPr txBox="1"/>
          <p:nvPr>
            <p:ph type="title"/>
          </p:nvPr>
        </p:nvSpPr>
        <p:spPr>
          <a:xfrm>
            <a:off x="898442" y="555959"/>
            <a:ext cx="6879409" cy="1004937"/>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Clr>
                <a:schemeClr val="lt1"/>
              </a:buClr>
              <a:buSzPts val="3400"/>
              <a:buFont typeface="Play"/>
              <a:buNone/>
            </a:pPr>
            <a:r>
              <a:rPr b="1" lang="en-US" sz="3400"/>
              <a:t>Results and Demonstration</a:t>
            </a:r>
            <a:endParaRPr/>
          </a:p>
          <a:p>
            <a:pPr indent="0" lvl="0" marL="0" rtl="0" algn="l">
              <a:lnSpc>
                <a:spcPct val="90000"/>
              </a:lnSpc>
              <a:spcBef>
                <a:spcPts val="0"/>
              </a:spcBef>
              <a:spcAft>
                <a:spcPts val="0"/>
              </a:spcAft>
              <a:buClr>
                <a:schemeClr val="lt1"/>
              </a:buClr>
              <a:buSzPts val="3400"/>
              <a:buFont typeface="Play"/>
              <a:buNone/>
            </a:pPr>
            <a:r>
              <a:t/>
            </a:r>
            <a:endParaRPr b="1" sz="3400"/>
          </a:p>
        </p:txBody>
      </p:sp>
      <p:sp>
        <p:nvSpPr>
          <p:cNvPr id="366" name="Google Shape;366;p6"/>
          <p:cNvSpPr/>
          <p:nvPr/>
        </p:nvSpPr>
        <p:spPr>
          <a:xfrm>
            <a:off x="0" y="2083435"/>
            <a:ext cx="12192000" cy="4774565"/>
          </a:xfrm>
          <a:prstGeom prst="rect">
            <a:avLst/>
          </a:prstGeom>
          <a:solidFill>
            <a:srgbClr val="B7B7D8">
              <a:alpha val="1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67" name="Google Shape;367;p6"/>
          <p:cNvSpPr/>
          <p:nvPr/>
        </p:nvSpPr>
        <p:spPr>
          <a:xfrm>
            <a:off x="0" y="5773729"/>
            <a:ext cx="12192000" cy="1084271"/>
          </a:xfrm>
          <a:prstGeom prst="rect">
            <a:avLst/>
          </a:prstGeom>
          <a:gradFill>
            <a:gsLst>
              <a:gs pos="0">
                <a:srgbClr val="1B192E">
                  <a:alpha val="0"/>
                </a:srgbClr>
              </a:gs>
              <a:gs pos="40000">
                <a:srgbClr val="1B192E">
                  <a:alpha val="0"/>
                </a:srgbClr>
              </a:gs>
              <a:gs pos="100000">
                <a:srgbClr val="1B192E">
                  <a:alpha val="60000"/>
                </a:srgbClr>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pic>
        <p:nvPicPr>
          <p:cNvPr descr="A screenshot of a computer&#10;&#10;AI-generated content may be incorrect." id="368" name="Google Shape;368;p6"/>
          <p:cNvPicPr preferRelativeResize="0"/>
          <p:nvPr/>
        </p:nvPicPr>
        <p:blipFill rotWithShape="1">
          <a:blip r:embed="rId3">
            <a:alphaModFix/>
          </a:blip>
          <a:srcRect b="0" l="0" r="0" t="0"/>
          <a:stretch/>
        </p:blipFill>
        <p:spPr>
          <a:xfrm>
            <a:off x="5826243" y="2331919"/>
            <a:ext cx="6038929" cy="4264224"/>
          </a:xfrm>
          <a:custGeom>
            <a:rect b="b" l="l" r="r" t="t"/>
            <a:pathLst>
              <a:path extrusionOk="0" h="4225290" w="6922273">
                <a:moveTo>
                  <a:pt x="0" y="0"/>
                </a:moveTo>
                <a:lnTo>
                  <a:pt x="6922273" y="0"/>
                </a:lnTo>
                <a:lnTo>
                  <a:pt x="6922273" y="4225290"/>
                </a:lnTo>
                <a:lnTo>
                  <a:pt x="0" y="4225290"/>
                </a:lnTo>
                <a:close/>
              </a:path>
            </a:pathLst>
          </a:custGeom>
          <a:noFill/>
          <a:ln>
            <a:noFill/>
          </a:ln>
        </p:spPr>
      </p:pic>
      <p:pic>
        <p:nvPicPr>
          <p:cNvPr descr="A screenshot of a computer&#10;&#10;AI-generated content may be incorrect." id="369" name="Google Shape;369;p6"/>
          <p:cNvPicPr preferRelativeResize="0"/>
          <p:nvPr>
            <p:ph idx="1" type="body"/>
          </p:nvPr>
        </p:nvPicPr>
        <p:blipFill rotWithShape="1">
          <a:blip r:embed="rId4">
            <a:alphaModFix/>
          </a:blip>
          <a:srcRect b="0" l="0" r="0" t="0"/>
          <a:stretch/>
        </p:blipFill>
        <p:spPr>
          <a:xfrm>
            <a:off x="322681" y="2334157"/>
            <a:ext cx="5280211" cy="4268671"/>
          </a:xfrm>
          <a:prstGeom prst="rect">
            <a:avLst/>
          </a:prstGeom>
          <a:noFill/>
          <a:ln>
            <a:noFill/>
          </a:ln>
        </p:spPr>
      </p:pic>
      <p:sp>
        <p:nvSpPr>
          <p:cNvPr id="370" name="Google Shape;370;p6"/>
          <p:cNvSpPr/>
          <p:nvPr/>
        </p:nvSpPr>
        <p:spPr>
          <a:xfrm>
            <a:off x="0" y="5773729"/>
            <a:ext cx="12192000" cy="1084271"/>
          </a:xfrm>
          <a:prstGeom prst="rect">
            <a:avLst/>
          </a:prstGeom>
          <a:gradFill>
            <a:gsLst>
              <a:gs pos="0">
                <a:srgbClr val="1B192E">
                  <a:alpha val="0"/>
                </a:srgbClr>
              </a:gs>
              <a:gs pos="40000">
                <a:srgbClr val="1B192E">
                  <a:alpha val="0"/>
                </a:srgbClr>
              </a:gs>
              <a:gs pos="100000">
                <a:srgbClr val="1B192E">
                  <a:alpha val="60000"/>
                </a:srgbClr>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71" name="Google Shape;371;p6"/>
          <p:cNvSpPr/>
          <p:nvPr/>
        </p:nvSpPr>
        <p:spPr>
          <a:xfrm>
            <a:off x="9487643" y="283883"/>
            <a:ext cx="1267158" cy="1280526"/>
          </a:xfrm>
          <a:prstGeom prst="ellipse">
            <a:avLst/>
          </a:prstGeom>
          <a:gradFill>
            <a:gsLst>
              <a:gs pos="0">
                <a:srgbClr val="1B182E"/>
              </a:gs>
              <a:gs pos="60000">
                <a:srgbClr val="1B182E"/>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g38b48ac3d0b_0_62"/>
          <p:cNvSpPr txBox="1"/>
          <p:nvPr>
            <p:ph type="title"/>
          </p:nvPr>
        </p:nvSpPr>
        <p:spPr>
          <a:xfrm>
            <a:off x="550863" y="508635"/>
            <a:ext cx="11090400" cy="13320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en-US"/>
              <a:t>L</a:t>
            </a:r>
            <a:r>
              <a:rPr lang="en-US"/>
              <a:t>ive Demo</a:t>
            </a:r>
            <a:endParaRPr/>
          </a:p>
        </p:txBody>
      </p:sp>
      <p:sp>
        <p:nvSpPr>
          <p:cNvPr id="378" name="Google Shape;378;g38b48ac3d0b_0_62"/>
          <p:cNvSpPr txBox="1"/>
          <p:nvPr>
            <p:ph idx="1" type="body"/>
          </p:nvPr>
        </p:nvSpPr>
        <p:spPr>
          <a:xfrm>
            <a:off x="550862" y="2097175"/>
            <a:ext cx="5435700" cy="3995700"/>
          </a:xfrm>
          <a:prstGeom prst="rect">
            <a:avLst/>
          </a:prstGeom>
        </p:spPr>
        <p:txBody>
          <a:bodyPr anchorCtr="0" anchor="t" bIns="0" lIns="0" spcFirstLastPara="1" rIns="0" wrap="square" tIns="0">
            <a:normAutofit lnSpcReduction="10000"/>
          </a:bodyPr>
          <a:lstStyle/>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Step 1: Detection</a:t>
            </a:r>
            <a:endParaRPr b="1">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Input AI-generated text</a:t>
            </a:r>
            <a:endParaRPr>
              <a:latin typeface="Arial"/>
              <a:ea typeface="Arial"/>
              <a:cs typeface="Arial"/>
              <a:sym typeface="Arial"/>
            </a:endParaRPr>
          </a:p>
          <a:p>
            <a:pPr indent="-342900" lvl="0" marL="457200" rtl="0" algn="l">
              <a:lnSpc>
                <a:spcPct val="115000"/>
              </a:lnSpc>
              <a:spcBef>
                <a:spcPts val="0"/>
              </a:spcBef>
              <a:spcAft>
                <a:spcPts val="0"/>
              </a:spcAft>
              <a:buClr>
                <a:schemeClr val="lt1"/>
              </a:buClr>
              <a:buSzPts val="1800"/>
              <a:buChar char="●"/>
            </a:pPr>
            <a:r>
              <a:rPr lang="en-US">
                <a:latin typeface="Arial"/>
                <a:ea typeface="Arial"/>
                <a:cs typeface="Arial"/>
                <a:sym typeface="Arial"/>
              </a:rPr>
              <a:t>Detector outputs high AI probability</a:t>
            </a:r>
            <a:endParaRPr>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Step 2: Humanization</a:t>
            </a:r>
            <a:endParaRPr b="1">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Click “Paraphraser”</a:t>
            </a:r>
            <a:endParaRPr>
              <a:latin typeface="Arial"/>
              <a:ea typeface="Arial"/>
              <a:cs typeface="Arial"/>
              <a:sym typeface="Arial"/>
            </a:endParaRPr>
          </a:p>
          <a:p>
            <a:pPr indent="-342900" lvl="0" marL="457200" rtl="0" algn="l">
              <a:lnSpc>
                <a:spcPct val="115000"/>
              </a:lnSpc>
              <a:spcBef>
                <a:spcPts val="0"/>
              </a:spcBef>
              <a:spcAft>
                <a:spcPts val="0"/>
              </a:spcAft>
              <a:buClr>
                <a:schemeClr val="lt1"/>
              </a:buClr>
              <a:buSzPts val="1800"/>
              <a:buChar char="●"/>
            </a:pPr>
            <a:r>
              <a:rPr lang="en-US">
                <a:latin typeface="Arial"/>
                <a:ea typeface="Arial"/>
                <a:cs typeface="Arial"/>
                <a:sym typeface="Arial"/>
              </a:rPr>
              <a:t>Text is rewritten using LLaMA model</a:t>
            </a:r>
            <a:endParaRPr>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Step 3: Analysis</a:t>
            </a:r>
            <a:endParaRPr b="1">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Compare original vs rewritten text</a:t>
            </a:r>
            <a:endParaRPr>
              <a:latin typeface="Arial"/>
              <a:ea typeface="Arial"/>
              <a:cs typeface="Arial"/>
              <a:sym typeface="Arial"/>
            </a:endParaRPr>
          </a:p>
          <a:p>
            <a:pPr indent="-342900" lvl="0" marL="457200" rtl="0" algn="l">
              <a:lnSpc>
                <a:spcPct val="115000"/>
              </a:lnSpc>
              <a:spcBef>
                <a:spcPts val="0"/>
              </a:spcBef>
              <a:spcAft>
                <a:spcPts val="0"/>
              </a:spcAft>
              <a:buClr>
                <a:schemeClr val="lt1"/>
              </a:buClr>
              <a:buSzPts val="1800"/>
              <a:buChar char="●"/>
            </a:pPr>
            <a:r>
              <a:rPr lang="en-US">
                <a:latin typeface="Arial"/>
                <a:ea typeface="Arial"/>
                <a:cs typeface="Arial"/>
                <a:sym typeface="Arial"/>
              </a:rPr>
              <a:t>Observe wording changes and score differences</a:t>
            </a:r>
            <a:endParaRPr>
              <a:latin typeface="Arial"/>
              <a:ea typeface="Arial"/>
              <a:cs typeface="Arial"/>
              <a:sym typeface="Arial"/>
            </a:endParaRPr>
          </a:p>
          <a:p>
            <a:pPr indent="0" lvl="0" marL="0" rtl="0" algn="l">
              <a:spcBef>
                <a:spcPts val="1200"/>
              </a:spcBef>
              <a:spcAft>
                <a:spcPts val="800"/>
              </a:spcAft>
              <a:buNone/>
            </a:pPr>
            <a:r>
              <a:t/>
            </a:r>
            <a:endParaRPr/>
          </a:p>
        </p:txBody>
      </p:sp>
      <p:sp>
        <p:nvSpPr>
          <p:cNvPr id="379" name="Google Shape;379;g38b48ac3d0b_0_62"/>
          <p:cNvSpPr txBox="1"/>
          <p:nvPr>
            <p:ph idx="2" type="body"/>
          </p:nvPr>
        </p:nvSpPr>
        <p:spPr>
          <a:xfrm>
            <a:off x="6205540" y="2097175"/>
            <a:ext cx="5435700" cy="3995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b="1" lang="en-US">
                <a:latin typeface="Arial"/>
                <a:ea typeface="Arial"/>
                <a:cs typeface="Arial"/>
                <a:sym typeface="Arial"/>
              </a:rPr>
              <a:t>Key Insight:</a:t>
            </a:r>
            <a:endParaRPr b="1">
              <a:latin typeface="Arial"/>
              <a:ea typeface="Arial"/>
              <a:cs typeface="Arial"/>
              <a:sym typeface="Arial"/>
            </a:endParaRPr>
          </a:p>
          <a:p>
            <a:pPr indent="-342900" lvl="0" marL="457200" rtl="0" algn="l">
              <a:lnSpc>
                <a:spcPct val="115000"/>
              </a:lnSpc>
              <a:spcBef>
                <a:spcPts val="1200"/>
              </a:spcBef>
              <a:spcAft>
                <a:spcPts val="0"/>
              </a:spcAft>
              <a:buClr>
                <a:schemeClr val="lt1"/>
              </a:buClr>
              <a:buSzPts val="1800"/>
              <a:buChar char="●"/>
            </a:pPr>
            <a:r>
              <a:rPr lang="en-US">
                <a:latin typeface="Arial"/>
                <a:ea typeface="Arial"/>
                <a:cs typeface="Arial"/>
                <a:sym typeface="Arial"/>
              </a:rPr>
              <a:t>Rewriting improves naturalness</a:t>
            </a:r>
            <a:endParaRPr>
              <a:latin typeface="Arial"/>
              <a:ea typeface="Arial"/>
              <a:cs typeface="Arial"/>
              <a:sym typeface="Arial"/>
            </a:endParaRPr>
          </a:p>
          <a:p>
            <a:pPr indent="-342900" lvl="0" marL="457200" rtl="0" algn="l">
              <a:lnSpc>
                <a:spcPct val="115000"/>
              </a:lnSpc>
              <a:spcBef>
                <a:spcPts val="0"/>
              </a:spcBef>
              <a:spcAft>
                <a:spcPts val="0"/>
              </a:spcAft>
              <a:buClr>
                <a:schemeClr val="lt1"/>
              </a:buClr>
              <a:buSzPts val="1800"/>
              <a:buChar char="●"/>
            </a:pPr>
            <a:r>
              <a:rPr lang="en-US">
                <a:latin typeface="Arial"/>
                <a:ea typeface="Arial"/>
                <a:cs typeface="Arial"/>
                <a:sym typeface="Arial"/>
              </a:rPr>
              <a:t>But does not fully bypass detection </a:t>
            </a:r>
            <a:endParaRPr>
              <a:latin typeface="Arial"/>
              <a:ea typeface="Arial"/>
              <a:cs typeface="Arial"/>
              <a:sym typeface="Arial"/>
            </a:endParaRPr>
          </a:p>
          <a:p>
            <a:pPr indent="0" lvl="0" marL="0" rtl="0" algn="l">
              <a:spcBef>
                <a:spcPts val="1200"/>
              </a:spcBef>
              <a:spcAft>
                <a:spcPts val="80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7"/>
          <p:cNvSpPr txBox="1"/>
          <p:nvPr>
            <p:ph type="title"/>
          </p:nvPr>
        </p:nvSpPr>
        <p:spPr>
          <a:xfrm>
            <a:off x="550862" y="498474"/>
            <a:ext cx="9263842" cy="1450217"/>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Clr>
                <a:schemeClr val="lt1"/>
              </a:buClr>
              <a:buSzPts val="4000"/>
              <a:buFont typeface="Play"/>
              <a:buNone/>
            </a:pPr>
            <a:r>
              <a:rPr b="1" lang="en-US"/>
              <a:t>Broader Impact &amp; Future Work</a:t>
            </a:r>
            <a:endParaRPr b="1"/>
          </a:p>
          <a:p>
            <a:pPr indent="0" lvl="0" marL="0" rtl="0" algn="l">
              <a:lnSpc>
                <a:spcPct val="90000"/>
              </a:lnSpc>
              <a:spcBef>
                <a:spcPts val="0"/>
              </a:spcBef>
              <a:spcAft>
                <a:spcPts val="0"/>
              </a:spcAft>
              <a:buClr>
                <a:schemeClr val="lt1"/>
              </a:buClr>
              <a:buSzPts val="4000"/>
              <a:buFont typeface="Play"/>
              <a:buNone/>
            </a:pPr>
            <a:r>
              <a:t/>
            </a:r>
            <a:endParaRPr b="1"/>
          </a:p>
        </p:txBody>
      </p:sp>
      <p:sp>
        <p:nvSpPr>
          <p:cNvPr id="385" name="Google Shape;385;p7"/>
          <p:cNvSpPr txBox="1"/>
          <p:nvPr>
            <p:ph idx="1" type="body"/>
          </p:nvPr>
        </p:nvSpPr>
        <p:spPr>
          <a:xfrm>
            <a:off x="547921" y="1830931"/>
            <a:ext cx="7929940" cy="3979625"/>
          </a:xfrm>
          <a:prstGeom prst="rect">
            <a:avLst/>
          </a:prstGeom>
          <a:noFill/>
          <a:ln>
            <a:noFill/>
          </a:ln>
        </p:spPr>
        <p:txBody>
          <a:bodyPr anchorCtr="0" anchor="t" bIns="0" lIns="0" spcFirstLastPara="1" rIns="0" wrap="square" tIns="0">
            <a:normAutofit/>
          </a:bodyPr>
          <a:lstStyle/>
          <a:p>
            <a:pPr indent="-237173" lvl="0" marL="228600" rtl="0" algn="l">
              <a:lnSpc>
                <a:spcPct val="110000"/>
              </a:lnSpc>
              <a:spcBef>
                <a:spcPts val="0"/>
              </a:spcBef>
              <a:spcAft>
                <a:spcPts val="0"/>
              </a:spcAft>
              <a:buClr>
                <a:srgbClr val="D8D8D8"/>
              </a:buClr>
              <a:buSzPts val="1800"/>
              <a:buChar char="•"/>
            </a:pPr>
            <a:r>
              <a:rPr lang="en-US">
                <a:solidFill>
                  <a:srgbClr val="D8D8D8"/>
                </a:solidFill>
                <a:latin typeface="Times New Roman"/>
                <a:ea typeface="Times New Roman"/>
                <a:cs typeface="Times New Roman"/>
                <a:sym typeface="Times New Roman"/>
              </a:rPr>
              <a:t>Being able to detect the percentage of AI-written content in an essay is a useful tool for academic integrity and allowing others to find how much content was generated by AI. However, we also added the ability for this application to work backwards and paraphrase information to make the information in an essay sound more “human” in it’s way of speaking. This could allow for an AI to take an essay and explain it in more natural language without the loss of the important information in the essay.</a:t>
            </a:r>
            <a:endParaRPr/>
          </a:p>
          <a:p>
            <a:pPr indent="-237173" lvl="0" marL="228600" rtl="0" algn="l">
              <a:lnSpc>
                <a:spcPct val="110000"/>
              </a:lnSpc>
              <a:spcBef>
                <a:spcPts val="1800"/>
              </a:spcBef>
              <a:spcAft>
                <a:spcPts val="0"/>
              </a:spcAft>
              <a:buClr>
                <a:srgbClr val="D8D8D8"/>
              </a:buClr>
              <a:buSzPts val="1800"/>
              <a:buChar char="•"/>
            </a:pPr>
            <a:r>
              <a:rPr lang="en-US">
                <a:solidFill>
                  <a:srgbClr val="D8D8D8"/>
                </a:solidFill>
                <a:latin typeface="Times New Roman"/>
                <a:ea typeface="Times New Roman"/>
                <a:cs typeface="Times New Roman"/>
                <a:sym typeface="Times New Roman"/>
              </a:rPr>
              <a:t>Future work is to Integrate a more powerful detection model trained on paraphrased content, Add sentence-level highlighting to show which parts of the text are most AI-like, Support file uploads for .txt and .pdf documents, Deploy the application online for broader accessibility and Expand the evaluation dataset to 500+ essays for more statistically significant results</a:t>
            </a:r>
            <a:endParaRPr>
              <a:solidFill>
                <a:srgbClr val="D8D8D8"/>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389" name="Shape 389"/>
        <p:cNvGrpSpPr/>
        <p:nvPr/>
      </p:nvGrpSpPr>
      <p:grpSpPr>
        <a:xfrm>
          <a:off x="0" y="0"/>
          <a:ext cx="0" cy="0"/>
          <a:chOff x="0" y="0"/>
          <a:chExt cx="0" cy="0"/>
        </a:xfrm>
      </p:grpSpPr>
      <p:grpSp>
        <p:nvGrpSpPr>
          <p:cNvPr id="390" name="Google Shape;390;p8"/>
          <p:cNvGrpSpPr/>
          <p:nvPr/>
        </p:nvGrpSpPr>
        <p:grpSpPr>
          <a:xfrm>
            <a:off x="363888" y="5322560"/>
            <a:ext cx="1030305" cy="1030305"/>
            <a:chOff x="10240859" y="1436639"/>
            <a:chExt cx="1030305" cy="1030305"/>
          </a:xfrm>
        </p:grpSpPr>
        <p:sp>
          <p:nvSpPr>
            <p:cNvPr id="391" name="Google Shape;391;p8"/>
            <p:cNvSpPr/>
            <p:nvPr/>
          </p:nvSpPr>
          <p:spPr>
            <a:xfrm rot="-8100000">
              <a:off x="10268976" y="1743588"/>
              <a:ext cx="926985" cy="463493"/>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92" name="Google Shape;392;p8"/>
            <p:cNvSpPr/>
            <p:nvPr/>
          </p:nvSpPr>
          <p:spPr>
            <a:xfrm rot="-2700000">
              <a:off x="11115555" y="1939340"/>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93" name="Google Shape;393;p8"/>
            <p:cNvSpPr/>
            <p:nvPr/>
          </p:nvSpPr>
          <p:spPr>
            <a:xfrm rot="-2700000">
              <a:off x="10625042" y="1448827"/>
              <a:ext cx="53549" cy="233295"/>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94" name="Google Shape;394;p8"/>
            <p:cNvSpPr/>
            <p:nvPr/>
          </p:nvSpPr>
          <p:spPr>
            <a:xfrm rot="-8100000">
              <a:off x="10292519" y="1686748"/>
              <a:ext cx="926985" cy="530086"/>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2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395" name="Google Shape;395;p8"/>
          <p:cNvSpPr/>
          <p:nvPr/>
        </p:nvSpPr>
        <p:spPr>
          <a:xfrm>
            <a:off x="0" y="0"/>
            <a:ext cx="12192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396" name="Google Shape;396;p8"/>
          <p:cNvSpPr txBox="1"/>
          <p:nvPr>
            <p:ph type="title"/>
          </p:nvPr>
        </p:nvSpPr>
        <p:spPr>
          <a:xfrm>
            <a:off x="550863" y="235116"/>
            <a:ext cx="3672471" cy="1155645"/>
          </a:xfrm>
          <a:prstGeom prst="rect">
            <a:avLst/>
          </a:prstGeom>
          <a:noFill/>
          <a:ln>
            <a:noFill/>
          </a:ln>
        </p:spPr>
        <p:txBody>
          <a:bodyPr anchorCtr="0" anchor="b" bIns="0" lIns="0" spcFirstLastPara="1" rIns="0" wrap="square" tIns="0">
            <a:normAutofit/>
          </a:bodyPr>
          <a:lstStyle/>
          <a:p>
            <a:pPr indent="0" lvl="0" marL="0" rtl="0" algn="l">
              <a:lnSpc>
                <a:spcPct val="100000"/>
              </a:lnSpc>
              <a:spcBef>
                <a:spcPts val="0"/>
              </a:spcBef>
              <a:spcAft>
                <a:spcPts val="0"/>
              </a:spcAft>
              <a:buClr>
                <a:schemeClr val="lt1"/>
              </a:buClr>
              <a:buSzPts val="4400"/>
              <a:buFont typeface="Play"/>
              <a:buNone/>
            </a:pPr>
            <a:r>
              <a:rPr b="1" lang="en-US" sz="4400">
                <a:solidFill>
                  <a:schemeClr val="lt1"/>
                </a:solidFill>
                <a:latin typeface="Play"/>
                <a:ea typeface="Play"/>
                <a:cs typeface="Play"/>
                <a:sym typeface="Play"/>
              </a:rPr>
              <a:t>Conclusion</a:t>
            </a:r>
            <a:endParaRPr/>
          </a:p>
        </p:txBody>
      </p:sp>
      <p:sp>
        <p:nvSpPr>
          <p:cNvPr id="397" name="Google Shape;397;p8"/>
          <p:cNvSpPr txBox="1"/>
          <p:nvPr>
            <p:ph idx="1" type="body"/>
          </p:nvPr>
        </p:nvSpPr>
        <p:spPr>
          <a:xfrm>
            <a:off x="377073" y="2036716"/>
            <a:ext cx="4026735" cy="3414425"/>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rgbClr val="D8D8D8"/>
              </a:buClr>
              <a:buSzPts val="1200"/>
              <a:buNone/>
            </a:pPr>
            <a:r>
              <a:rPr lang="en-US" sz="1200">
                <a:solidFill>
                  <a:srgbClr val="D8D8D8"/>
                </a:solidFill>
                <a:latin typeface="Times New Roman"/>
                <a:ea typeface="Times New Roman"/>
                <a:cs typeface="Times New Roman"/>
                <a:sym typeface="Times New Roman"/>
              </a:rPr>
              <a:t>For this project we successfully developed a web application that combines AI text detection and humanization into a single interactive tool. The detection module was able to reach 90% accuracy when run on an unlabeled dataset from the real world. The humanization module, based on the Groq LLaMA 3.3 70B model, was capable of rewriting texts in a more natural way with the number of modified words ranging between 65-75% per test sample.</a:t>
            </a:r>
            <a:endParaRPr/>
          </a:p>
          <a:p>
            <a:pPr indent="0" lvl="0" marL="0" rtl="0" algn="l">
              <a:lnSpc>
                <a:spcPct val="100000"/>
              </a:lnSpc>
              <a:spcBef>
                <a:spcPts val="1800"/>
              </a:spcBef>
              <a:spcAft>
                <a:spcPts val="0"/>
              </a:spcAft>
              <a:buClr>
                <a:srgbClr val="D8D8D8"/>
              </a:buClr>
              <a:buSzPts val="1200"/>
              <a:buNone/>
            </a:pPr>
            <a:r>
              <a:rPr lang="en-US" sz="1200">
                <a:solidFill>
                  <a:srgbClr val="D8D8D8"/>
                </a:solidFill>
                <a:latin typeface="Times New Roman"/>
                <a:ea typeface="Times New Roman"/>
                <a:cs typeface="Times New Roman"/>
                <a:sym typeface="Times New Roman"/>
              </a:rPr>
              <a:t>Limitation: The primary drawback is that the Sapling detector always detected AI-generated text as such, which indicates that existing humanization methods are inadequate for fooling advanced detectors. Another limitation is that there are rate restrictions when using Sapling’s free version.</a:t>
            </a:r>
            <a:endParaRPr/>
          </a:p>
        </p:txBody>
      </p:sp>
      <p:pic>
        <p:nvPicPr>
          <p:cNvPr descr="A close-up of a network" id="398" name="Google Shape;398;p8"/>
          <p:cNvPicPr preferRelativeResize="0"/>
          <p:nvPr>
            <p:ph idx="2" type="pic"/>
          </p:nvPr>
        </p:nvPicPr>
        <p:blipFill rotWithShape="1">
          <a:blip r:embed="rId3">
            <a:alphaModFix/>
          </a:blip>
          <a:srcRect b="12266" l="0" r="-2" t="0"/>
          <a:stretch/>
        </p:blipFill>
        <p:spPr>
          <a:xfrm>
            <a:off x="4550899" y="10"/>
            <a:ext cx="7641102" cy="6857990"/>
          </a:xfrm>
          <a:prstGeom prst="rect">
            <a:avLst/>
          </a:prstGeom>
          <a:noFill/>
          <a:ln>
            <a:noFill/>
          </a:ln>
        </p:spPr>
      </p:pic>
      <p:sp>
        <p:nvSpPr>
          <p:cNvPr id="399" name="Google Shape;399;p8"/>
          <p:cNvSpPr/>
          <p:nvPr/>
        </p:nvSpPr>
        <p:spPr>
          <a:xfrm>
            <a:off x="4550898" y="5773729"/>
            <a:ext cx="7641102" cy="1084271"/>
          </a:xfrm>
          <a:prstGeom prst="rect">
            <a:avLst/>
          </a:prstGeom>
          <a:gradFill>
            <a:gsLst>
              <a:gs pos="0">
                <a:srgbClr val="1B192E">
                  <a:alpha val="0"/>
                </a:srgbClr>
              </a:gs>
              <a:gs pos="40000">
                <a:srgbClr val="1B192E">
                  <a:alpha val="0"/>
                </a:srgbClr>
              </a:gs>
              <a:gs pos="100000">
                <a:srgbClr val="1B192E">
                  <a:alpha val="60000"/>
                </a:srgbClr>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403" name="Shape 403"/>
        <p:cNvGrpSpPr/>
        <p:nvPr/>
      </p:nvGrpSpPr>
      <p:grpSpPr>
        <a:xfrm>
          <a:off x="0" y="0"/>
          <a:ext cx="0" cy="0"/>
          <a:chOff x="0" y="0"/>
          <a:chExt cx="0" cy="0"/>
        </a:xfrm>
      </p:grpSpPr>
      <p:sp>
        <p:nvSpPr>
          <p:cNvPr id="404" name="Google Shape;404;p9"/>
          <p:cNvSpPr/>
          <p:nvPr/>
        </p:nvSpPr>
        <p:spPr>
          <a:xfrm rot="2700000">
            <a:off x="612445" y="481888"/>
            <a:ext cx="1080000" cy="1262947"/>
          </a:xfrm>
          <a:custGeom>
            <a:rect b="b" l="l" r="r" t="t"/>
            <a:pathLst>
              <a:path extrusionOk="0" h="1262947" w="1080000">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0">
                <a:srgbClr val="2B274A"/>
              </a:gs>
              <a:gs pos="30000">
                <a:srgbClr val="2B274A"/>
              </a:gs>
              <a:gs pos="40000">
                <a:srgbClr val="453E75"/>
              </a:gs>
              <a:gs pos="60000">
                <a:srgbClr val="2B274A"/>
              </a:gs>
              <a:gs pos="100000">
                <a:schemeClr val="dk2"/>
              </a:gs>
            </a:gsLst>
            <a:lin ang="6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05" name="Google Shape;405;p9"/>
          <p:cNvSpPr/>
          <p:nvPr/>
        </p:nvSpPr>
        <p:spPr>
          <a:xfrm rot="8100000">
            <a:off x="626845" y="828962"/>
            <a:ext cx="540000" cy="1080000"/>
          </a:xfrm>
          <a:prstGeom prst="ellipse">
            <a:avLst/>
          </a:prstGeom>
          <a:gradFill>
            <a:gsLst>
              <a:gs pos="0">
                <a:srgbClr val="221F3B"/>
              </a:gs>
              <a:gs pos="50000">
                <a:srgbClr val="221F3B"/>
              </a:gs>
              <a:gs pos="100000">
                <a:srgbClr val="2B274A"/>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06" name="Google Shape;406;p9"/>
          <p:cNvSpPr/>
          <p:nvPr/>
        </p:nvSpPr>
        <p:spPr>
          <a:xfrm>
            <a:off x="1800802" y="2472855"/>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407" name="Google Shape;407;p9"/>
          <p:cNvGrpSpPr/>
          <p:nvPr/>
        </p:nvGrpSpPr>
        <p:grpSpPr>
          <a:xfrm>
            <a:off x="1292493" y="4299807"/>
            <a:ext cx="2083885" cy="2083885"/>
            <a:chOff x="4842143" y="3556857"/>
            <a:chExt cx="2083885" cy="2083885"/>
          </a:xfrm>
        </p:grpSpPr>
        <p:sp>
          <p:nvSpPr>
            <p:cNvPr id="408" name="Google Shape;408;p9"/>
            <p:cNvSpPr/>
            <p:nvPr/>
          </p:nvSpPr>
          <p:spPr>
            <a:xfrm flipH="1" rot="8100000">
              <a:off x="5005634" y="4191206"/>
              <a:ext cx="1853969" cy="926985"/>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09" name="Google Shape;409;p9"/>
            <p:cNvSpPr/>
            <p:nvPr/>
          </p:nvSpPr>
          <p:spPr>
            <a:xfrm flipH="1" rot="8100000">
              <a:off x="4957101" y="4052255"/>
              <a:ext cx="1853969" cy="1093090"/>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4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10" name="Google Shape;410;p9"/>
            <p:cNvSpPr/>
            <p:nvPr/>
          </p:nvSpPr>
          <p:spPr>
            <a:xfrm flipH="1" rot="2700000">
              <a:off x="6040374" y="3601683"/>
              <a:ext cx="107098" cy="466589"/>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11" name="Google Shape;411;p9"/>
            <p:cNvSpPr/>
            <p:nvPr/>
          </p:nvSpPr>
          <p:spPr>
            <a:xfrm flipH="1" rot="2700000">
              <a:off x="5059348" y="4582709"/>
              <a:ext cx="107098" cy="466589"/>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412" name="Google Shape;412;p9"/>
          <p:cNvSpPr/>
          <p:nvPr/>
        </p:nvSpPr>
        <p:spPr>
          <a:xfrm>
            <a:off x="0" y="0"/>
            <a:ext cx="12192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13" name="Google Shape;413;p9"/>
          <p:cNvSpPr txBox="1"/>
          <p:nvPr>
            <p:ph type="title"/>
          </p:nvPr>
        </p:nvSpPr>
        <p:spPr>
          <a:xfrm>
            <a:off x="5267325" y="549275"/>
            <a:ext cx="6373812" cy="3777421"/>
          </a:xfrm>
          <a:prstGeom prst="rect">
            <a:avLst/>
          </a:prstGeom>
          <a:noFill/>
          <a:ln>
            <a:noFill/>
          </a:ln>
        </p:spPr>
        <p:txBody>
          <a:bodyPr anchorCtr="0" anchor="b" bIns="0" lIns="0" spcFirstLastPara="1" rIns="0" wrap="square" tIns="0">
            <a:normAutofit/>
          </a:bodyPr>
          <a:lstStyle/>
          <a:p>
            <a:pPr indent="0" lvl="0" marL="0" rtl="0" algn="l">
              <a:lnSpc>
                <a:spcPct val="100000"/>
              </a:lnSpc>
              <a:spcBef>
                <a:spcPts val="0"/>
              </a:spcBef>
              <a:spcAft>
                <a:spcPts val="0"/>
              </a:spcAft>
              <a:buClr>
                <a:schemeClr val="lt1"/>
              </a:buClr>
              <a:buSzPts val="8000"/>
              <a:buFont typeface="Play"/>
              <a:buNone/>
            </a:pPr>
            <a:r>
              <a:rPr b="1" lang="en-US" sz="8000"/>
              <a:t>Thank you!</a:t>
            </a:r>
            <a:endParaRPr/>
          </a:p>
        </p:txBody>
      </p:sp>
      <p:grpSp>
        <p:nvGrpSpPr>
          <p:cNvPr id="414" name="Google Shape;414;p9"/>
          <p:cNvGrpSpPr/>
          <p:nvPr/>
        </p:nvGrpSpPr>
        <p:grpSpPr>
          <a:xfrm>
            <a:off x="488569" y="595067"/>
            <a:ext cx="1795754" cy="1868165"/>
            <a:chOff x="5008644" y="2170786"/>
            <a:chExt cx="1795754" cy="1868165"/>
          </a:xfrm>
        </p:grpSpPr>
        <p:sp>
          <p:nvSpPr>
            <p:cNvPr id="415" name="Google Shape;415;p9"/>
            <p:cNvSpPr/>
            <p:nvPr/>
          </p:nvSpPr>
          <p:spPr>
            <a:xfrm rot="1800000">
              <a:off x="5463135" y="2432482"/>
              <a:ext cx="1242172" cy="729202"/>
            </a:xfrm>
            <a:custGeom>
              <a:rect b="b" l="l" r="r" t="t"/>
              <a:pathLst>
                <a:path extrusionOk="0" h="317" w="540">
                  <a:moveTo>
                    <a:pt x="266" y="0"/>
                  </a:moveTo>
                  <a:lnTo>
                    <a:pt x="0" y="158"/>
                  </a:lnTo>
                  <a:lnTo>
                    <a:pt x="266" y="317"/>
                  </a:lnTo>
                  <a:lnTo>
                    <a:pt x="540" y="158"/>
                  </a:lnTo>
                  <a:lnTo>
                    <a:pt x="266" y="0"/>
                  </a:lnTo>
                  <a:close/>
                </a:path>
              </a:pathLst>
            </a:custGeom>
            <a:gradFill>
              <a:gsLst>
                <a:gs pos="0">
                  <a:srgbClr val="2B274A">
                    <a:alpha val="20000"/>
                  </a:srgbClr>
                </a:gs>
                <a:gs pos="20000">
                  <a:srgbClr val="2B274A">
                    <a:alpha val="20000"/>
                  </a:srgbClr>
                </a:gs>
                <a:gs pos="100000">
                  <a:srgbClr val="59EFC0">
                    <a:alpha val="40000"/>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16" name="Google Shape;416;p9"/>
            <p:cNvSpPr/>
            <p:nvPr/>
          </p:nvSpPr>
          <p:spPr>
            <a:xfrm rot="1800000">
              <a:off x="5236793" y="2566400"/>
              <a:ext cx="611884" cy="1076550"/>
            </a:xfrm>
            <a:custGeom>
              <a:rect b="b" l="l" r="r" t="t"/>
              <a:pathLst>
                <a:path extrusionOk="0" h="468" w="266">
                  <a:moveTo>
                    <a:pt x="266" y="468"/>
                  </a:moveTo>
                  <a:lnTo>
                    <a:pt x="0" y="310"/>
                  </a:lnTo>
                  <a:lnTo>
                    <a:pt x="0" y="310"/>
                  </a:lnTo>
                  <a:lnTo>
                    <a:pt x="0" y="0"/>
                  </a:lnTo>
                  <a:lnTo>
                    <a:pt x="0" y="0"/>
                  </a:lnTo>
                  <a:lnTo>
                    <a:pt x="266" y="159"/>
                  </a:lnTo>
                  <a:lnTo>
                    <a:pt x="266" y="468"/>
                  </a:lnTo>
                  <a:close/>
                </a:path>
              </a:pathLst>
            </a:custGeom>
            <a:gradFill>
              <a:gsLst>
                <a:gs pos="0">
                  <a:srgbClr val="2B274A">
                    <a:alpha val="20000"/>
                  </a:srgbClr>
                </a:gs>
                <a:gs pos="20000">
                  <a:srgbClr val="2B274A">
                    <a:alpha val="20000"/>
                  </a:srgbClr>
                </a:gs>
                <a:gs pos="100000">
                  <a:srgbClr val="59EFC0">
                    <a:alpha val="40000"/>
                  </a:srgbClr>
                </a:gs>
              </a:gsLst>
              <a:lin ang="19799999"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17" name="Google Shape;417;p9"/>
            <p:cNvSpPr/>
            <p:nvPr/>
          </p:nvSpPr>
          <p:spPr>
            <a:xfrm rot="1800000">
              <a:off x="5765469" y="2876944"/>
              <a:ext cx="630288" cy="1076550"/>
            </a:xfrm>
            <a:custGeom>
              <a:rect b="b" l="l" r="r" t="t"/>
              <a:pathLst>
                <a:path extrusionOk="0" h="468" w="274">
                  <a:moveTo>
                    <a:pt x="274" y="0"/>
                  </a:moveTo>
                  <a:lnTo>
                    <a:pt x="274" y="310"/>
                  </a:lnTo>
                  <a:lnTo>
                    <a:pt x="274" y="310"/>
                  </a:lnTo>
                  <a:lnTo>
                    <a:pt x="0" y="468"/>
                  </a:lnTo>
                  <a:lnTo>
                    <a:pt x="0" y="159"/>
                  </a:lnTo>
                  <a:lnTo>
                    <a:pt x="274" y="0"/>
                  </a:lnTo>
                  <a:lnTo>
                    <a:pt x="274" y="0"/>
                  </a:lnTo>
                  <a:close/>
                </a:path>
              </a:pathLst>
            </a:custGeom>
            <a:gradFill>
              <a:gsLst>
                <a:gs pos="0">
                  <a:srgbClr val="2B274A">
                    <a:alpha val="20000"/>
                  </a:srgbClr>
                </a:gs>
                <a:gs pos="20000">
                  <a:srgbClr val="2B274A">
                    <a:alpha val="20000"/>
                  </a:srgbClr>
                </a:gs>
                <a:gs pos="100000">
                  <a:srgbClr val="90F4D4">
                    <a:alpha val="60000"/>
                  </a:srgbClr>
                </a:gs>
              </a:gsLst>
              <a:lin ang="18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418" name="Google Shape;418;p9"/>
          <p:cNvSpPr/>
          <p:nvPr/>
        </p:nvSpPr>
        <p:spPr>
          <a:xfrm>
            <a:off x="3245746" y="1659500"/>
            <a:ext cx="360000" cy="360000"/>
          </a:xfrm>
          <a:prstGeom prst="ellipse">
            <a:avLst/>
          </a:prstGeom>
          <a:gradFill>
            <a:gsLst>
              <a:gs pos="0">
                <a:schemeClr val="dk2"/>
              </a:gs>
              <a:gs pos="60000">
                <a:schemeClr val="dk2"/>
              </a:gs>
              <a:gs pos="100000">
                <a:srgbClr val="746EB3"/>
              </a:gs>
            </a:gsLst>
            <a:path path="circle">
              <a:fillToRect b="100%" l="100%" r="0%" t="0%"/>
            </a:path>
            <a:tileRect b="0%" l="0%" r="-100%" t="-10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419" name="Google Shape;419;p9"/>
          <p:cNvGrpSpPr/>
          <p:nvPr/>
        </p:nvGrpSpPr>
        <p:grpSpPr>
          <a:xfrm>
            <a:off x="860252" y="2574522"/>
            <a:ext cx="4162386" cy="4175668"/>
            <a:chOff x="3343366" y="8186461"/>
            <a:chExt cx="4162386" cy="4175668"/>
          </a:xfrm>
        </p:grpSpPr>
        <p:sp>
          <p:nvSpPr>
            <p:cNvPr id="420" name="Google Shape;420;p9"/>
            <p:cNvSpPr/>
            <p:nvPr/>
          </p:nvSpPr>
          <p:spPr>
            <a:xfrm flipH="1" rot="8100000">
              <a:off x="3685353" y="9468714"/>
              <a:ext cx="3707937" cy="1853969"/>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gradFill>
              <a:gsLst>
                <a:gs pos="0">
                  <a:srgbClr val="2B274A"/>
                </a:gs>
                <a:gs pos="31000">
                  <a:srgbClr val="2B274A"/>
                </a:gs>
                <a:gs pos="97000">
                  <a:schemeClr val="dk2"/>
                </a:gs>
                <a:gs pos="100000">
                  <a:schemeClr val="dk2"/>
                </a:gs>
              </a:gsLst>
              <a:lin ang="150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21" name="Google Shape;421;p9"/>
            <p:cNvSpPr/>
            <p:nvPr/>
          </p:nvSpPr>
          <p:spPr>
            <a:xfrm flipH="1" rot="8100000">
              <a:off x="3565739" y="9180381"/>
              <a:ext cx="3707937" cy="2164843"/>
            </a:xfrm>
            <a:custGeom>
              <a:rect b="b" l="l" r="r" t="t"/>
              <a:pathLst>
                <a:path extrusionOk="0" h="1329373" w="2658746">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rgbClr val="746EB3">
                <a:alpha val="4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22" name="Google Shape;422;p9"/>
            <p:cNvSpPr/>
            <p:nvPr/>
          </p:nvSpPr>
          <p:spPr>
            <a:xfrm flipH="1" rot="2700000">
              <a:off x="3792781" y="10251719"/>
              <a:ext cx="214196" cy="933178"/>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423" name="Google Shape;423;p9"/>
            <p:cNvSpPr/>
            <p:nvPr/>
          </p:nvSpPr>
          <p:spPr>
            <a:xfrm flipH="1" rot="2700000">
              <a:off x="5754832" y="8289668"/>
              <a:ext cx="214196" cy="933178"/>
            </a:xfrm>
            <a:prstGeom prst="ellipse">
              <a:avLst/>
            </a:prstGeom>
            <a:solidFill>
              <a:srgbClr val="2B27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grpSp>
    </p:spTree>
  </p:cSld>
  <p:clrMapOvr>
    <a:masterClrMapping/>
  </p:clrMapOvr>
</p:sld>
</file>

<file path=ppt/theme/theme1.xml><?xml version="1.0" encoding="utf-8"?>
<a:theme xmlns:a="http://schemas.openxmlformats.org/drawingml/2006/main" xmlns:r="http://schemas.openxmlformats.org/officeDocument/2006/relationships" name="3DFloatVTI">
  <a:themeElements>
    <a:clrScheme name="Float">
      <a:dk1>
        <a:srgbClr val="000000"/>
      </a:dk1>
      <a:lt1>
        <a:srgbClr val="FFFFFF"/>
      </a:lt1>
      <a:dk2>
        <a:srgbClr val="1B192E"/>
      </a:dk2>
      <a:lt2>
        <a:srgbClr val="EAE5EB"/>
      </a:lt2>
      <a:accent1>
        <a:srgbClr val="13BE89"/>
      </a:accent1>
      <a:accent2>
        <a:srgbClr val="12B1BF"/>
      </a:accent2>
      <a:accent3>
        <a:srgbClr val="D40AA8"/>
      </a:accent3>
      <a:accent4>
        <a:srgbClr val="B86E62"/>
      </a:accent4>
      <a:accent5>
        <a:srgbClr val="A3A3C1"/>
      </a:accent5>
      <a:accent6>
        <a:srgbClr val="37335B"/>
      </a:accent6>
      <a:hlink>
        <a:srgbClr val="0066FF"/>
      </a:hlink>
      <a:folHlink>
        <a:srgbClr val="66669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2026-04-08T16:46:00Z</dcterms:creat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