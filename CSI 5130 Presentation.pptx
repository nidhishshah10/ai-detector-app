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9144000"/>
  <p:embeddedFontLst>
    <p:embeddedFont>
      <p:font typeface="Play"/>
      <p:regular r:id="rId22"/>
      <p:bold r:id="rId23"/>
    </p:embeddedFont>
    <p:embeddedFont>
      <p:font typeface="Gill Sans"/>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F26B43"/>
          </p15:clr>
        </p15:guide>
        <p15:guide id="2" orient="horz" pos="2160">
          <p15:clr>
            <a:srgbClr val="A4A3A4"/>
          </p15:clr>
        </p15:guide>
      </p15:sldGuideLst>
    </p:ext>
    <p:ext uri="GoogleSlidesCustomDataVersion2">
      <go:slidesCustomData xmlns:go="http://customooxmlschemas.google.com/" r:id="rId26" roundtripDataSignature="AMtx7miItqqW0IDztAnN3S7QKOTh9fVT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lay-regular.fntdata"/><Relationship Id="rId21" Type="http://schemas.openxmlformats.org/officeDocument/2006/relationships/slide" Target="slides/slide16.xml"/><Relationship Id="rId24" Type="http://schemas.openxmlformats.org/officeDocument/2006/relationships/font" Target="fonts/GillSans-regular.fntdata"/><Relationship Id="rId23" Type="http://schemas.openxmlformats.org/officeDocument/2006/relationships/font" Target="fonts/Play-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customschemas.google.com/relationships/presentationmetadata" Target="metadata"/><Relationship Id="rId25" Type="http://schemas.openxmlformats.org/officeDocument/2006/relationships/font" Target="fonts/Gill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7" name="Google Shape;27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b48ac3d0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8b48ac3d0b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g38b48ac3d0b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8b48ac3d0b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8b48ac3d0b_0_1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g38b48ac3d0b_0_1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8b48ac3d0b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38b48ac3d0b_0_2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g38b48ac3d0b_0_2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8b48ac3d0b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8b48ac3d0b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1" name="Google Shape;331;g38b48ac3d0b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8b48ac3d0b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8b48ac3d0b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g38b48ac3d0b_0_4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8b48ac3d0b_0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8b48ac3d0b_0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7" name="Google Shape;367;g38b48ac3d0b_0_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8b48ac3d0b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8b48ac3d0b_0_6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5" name="Google Shape;375;g38b48ac3d0b_0_6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2" name="Google Shape;3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15" name="Shape 15"/>
        <p:cNvGrpSpPr/>
        <p:nvPr/>
      </p:nvGrpSpPr>
      <p:grpSpPr>
        <a:xfrm>
          <a:off x="0" y="0"/>
          <a:ext cx="0" cy="0"/>
          <a:chOff x="0" y="0"/>
          <a:chExt cx="0" cy="0"/>
        </a:xfrm>
      </p:grpSpPr>
      <p:sp>
        <p:nvSpPr>
          <p:cNvPr id="16" name="Google Shape;16;p11"/>
          <p:cNvSpPr txBox="1"/>
          <p:nvPr>
            <p:ph type="title"/>
          </p:nvPr>
        </p:nvSpPr>
        <p:spPr>
          <a:xfrm>
            <a:off x="7018020" y="662937"/>
            <a:ext cx="4624442" cy="554202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4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p:nvPr>
            <p:ph idx="2" type="pic"/>
          </p:nvPr>
        </p:nvSpPr>
        <p:spPr>
          <a:xfrm>
            <a:off x="0" y="0"/>
            <a:ext cx="6267450" cy="68580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p:cSld name="Section Title">
    <p:spTree>
      <p:nvGrpSpPr>
        <p:cNvPr id="18" name="Shape 18"/>
        <p:cNvGrpSpPr/>
        <p:nvPr/>
      </p:nvGrpSpPr>
      <p:grpSpPr>
        <a:xfrm>
          <a:off x="0" y="0"/>
          <a:ext cx="0" cy="0"/>
          <a:chOff x="0" y="0"/>
          <a:chExt cx="0" cy="0"/>
        </a:xfrm>
      </p:grpSpPr>
      <p:sp>
        <p:nvSpPr>
          <p:cNvPr id="19" name="Google Shape;19;p12"/>
          <p:cNvSpPr txBox="1"/>
          <p:nvPr>
            <p:ph type="ctrTitle"/>
          </p:nvPr>
        </p:nvSpPr>
        <p:spPr>
          <a:xfrm>
            <a:off x="550863" y="4045464"/>
            <a:ext cx="11115355" cy="2286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lt1"/>
              </a:buClr>
              <a:buSzPts val="5400"/>
              <a:buFont typeface="Play"/>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2"/>
          <p:cNvSpPr/>
          <p:nvPr>
            <p:ph idx="2" type="pic"/>
          </p:nvPr>
        </p:nvSpPr>
        <p:spPr>
          <a:xfrm>
            <a:off x="0" y="4594"/>
            <a:ext cx="12192000" cy="3771878"/>
          </a:xfrm>
          <a:prstGeom prst="rect">
            <a:avLst/>
          </a:prstGeom>
          <a:noFill/>
          <a:ln>
            <a:noFill/>
          </a:ln>
        </p:spPr>
      </p:sp>
      <p:sp>
        <p:nvSpPr>
          <p:cNvPr id="21" name="Google Shape;21;p12"/>
          <p:cNvSpPr/>
          <p:nvPr/>
        </p:nvSpPr>
        <p:spPr>
          <a:xfrm>
            <a:off x="1225773" y="385222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 name="Google Shape;22;p12"/>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2"/>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2"/>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picture ">
  <p:cSld name="Content + picture ">
    <p:spTree>
      <p:nvGrpSpPr>
        <p:cNvPr id="25" name="Shape 25"/>
        <p:cNvGrpSpPr/>
        <p:nvPr/>
      </p:nvGrpSpPr>
      <p:grpSpPr>
        <a:xfrm>
          <a:off x="0" y="0"/>
          <a:ext cx="0" cy="0"/>
          <a:chOff x="0" y="0"/>
          <a:chExt cx="0" cy="0"/>
        </a:xfrm>
      </p:grpSpPr>
      <p:sp>
        <p:nvSpPr>
          <p:cNvPr id="26" name="Google Shape;26;p13"/>
          <p:cNvSpPr txBox="1"/>
          <p:nvPr>
            <p:ph type="title"/>
          </p:nvPr>
        </p:nvSpPr>
        <p:spPr>
          <a:xfrm>
            <a:off x="600974" y="196900"/>
            <a:ext cx="4899628" cy="2331490"/>
          </a:xfrm>
          <a:prstGeom prst="rect">
            <a:avLst/>
          </a:prstGeom>
          <a:noFill/>
          <a:ln>
            <a:noFill/>
          </a:ln>
        </p:spPr>
        <p:txBody>
          <a:bodyPr anchorCtr="0" anchor="b" bIns="0" lIns="0" spcFirstLastPara="1" rIns="0" wrap="square" tIns="0">
            <a:noAutofit/>
          </a:bodyPr>
          <a:lstStyle>
            <a:lvl1pPr lvl="0" algn="r">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3"/>
          <p:cNvSpPr txBox="1"/>
          <p:nvPr>
            <p:ph idx="1" type="body"/>
          </p:nvPr>
        </p:nvSpPr>
        <p:spPr>
          <a:xfrm>
            <a:off x="583162" y="2827209"/>
            <a:ext cx="4917440" cy="3442144"/>
          </a:xfrm>
          <a:prstGeom prst="rect">
            <a:avLst/>
          </a:prstGeom>
          <a:noFill/>
          <a:ln>
            <a:noFill/>
          </a:ln>
        </p:spPr>
        <p:txBody>
          <a:bodyPr anchorCtr="0" anchor="t" bIns="0" lIns="0" spcFirstLastPara="1" rIns="0" wrap="square" tIns="0">
            <a:normAutofit/>
          </a:bodyPr>
          <a:lstStyle>
            <a:lvl1pPr indent="-228600" lvl="0" marL="457200" algn="r">
              <a:lnSpc>
                <a:spcPct val="110000"/>
              </a:lnSpc>
              <a:spcBef>
                <a:spcPts val="1000"/>
              </a:spcBef>
              <a:spcAft>
                <a:spcPts val="0"/>
              </a:spcAft>
              <a:buClr>
                <a:schemeClr val="lt1"/>
              </a:buClr>
              <a:buSzPts val="1800"/>
              <a:buNone/>
              <a:defRPr sz="1800">
                <a:solidFill>
                  <a:schemeClr val="lt1"/>
                </a:solidFill>
              </a:defRPr>
            </a:lvl1pPr>
            <a:lvl2pPr indent="-304800" lvl="1" marL="914400" algn="r">
              <a:lnSpc>
                <a:spcPct val="110000"/>
              </a:lnSpc>
              <a:spcBef>
                <a:spcPts val="800"/>
              </a:spcBef>
              <a:spcAft>
                <a:spcPts val="0"/>
              </a:spcAft>
              <a:buClr>
                <a:schemeClr val="lt1"/>
              </a:buClr>
              <a:buSzPts val="1200"/>
              <a:buChar char="•"/>
              <a:defRPr sz="1200">
                <a:solidFill>
                  <a:schemeClr val="lt1"/>
                </a:solidFill>
              </a:defRPr>
            </a:lvl2pPr>
            <a:lvl3pPr indent="-304800" lvl="2" marL="1371600" algn="r">
              <a:lnSpc>
                <a:spcPct val="110000"/>
              </a:lnSpc>
              <a:spcBef>
                <a:spcPts val="800"/>
              </a:spcBef>
              <a:spcAft>
                <a:spcPts val="0"/>
              </a:spcAft>
              <a:buClr>
                <a:schemeClr val="lt1"/>
              </a:buClr>
              <a:buSzPts val="1200"/>
              <a:buChar char="•"/>
              <a:defRPr sz="1200">
                <a:solidFill>
                  <a:schemeClr val="lt1"/>
                </a:solidFill>
              </a:defRPr>
            </a:lvl3pPr>
            <a:lvl4pPr indent="-304800" lvl="3" marL="1828800" algn="r">
              <a:lnSpc>
                <a:spcPct val="110000"/>
              </a:lnSpc>
              <a:spcBef>
                <a:spcPts val="800"/>
              </a:spcBef>
              <a:spcAft>
                <a:spcPts val="0"/>
              </a:spcAft>
              <a:buClr>
                <a:schemeClr val="lt1"/>
              </a:buClr>
              <a:buSzPts val="1200"/>
              <a:buChar char="•"/>
              <a:defRPr sz="1200">
                <a:solidFill>
                  <a:schemeClr val="lt1"/>
                </a:solidFill>
              </a:defRPr>
            </a:lvl4pPr>
            <a:lvl5pPr indent="-304800" lvl="4" marL="2286000" algn="r">
              <a:lnSpc>
                <a:spcPct val="110000"/>
              </a:lnSpc>
              <a:spcBef>
                <a:spcPts val="800"/>
              </a:spcBef>
              <a:spcAft>
                <a:spcPts val="0"/>
              </a:spcAft>
              <a:buClr>
                <a:schemeClr val="lt1"/>
              </a:buClr>
              <a:buSzPts val="1200"/>
              <a:buChar char="•"/>
              <a:defRPr sz="12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8" name="Google Shape;28;p13"/>
          <p:cNvSpPr/>
          <p:nvPr>
            <p:ph idx="2" type="pic"/>
          </p:nvPr>
        </p:nvSpPr>
        <p:spPr>
          <a:xfrm>
            <a:off x="6095588" y="0"/>
            <a:ext cx="6095998" cy="6858000"/>
          </a:xfrm>
          <a:prstGeom prst="rect">
            <a:avLst/>
          </a:prstGeom>
          <a:noFill/>
          <a:ln>
            <a:noFill/>
          </a:ln>
        </p:spPr>
      </p:sp>
      <p:grpSp>
        <p:nvGrpSpPr>
          <p:cNvPr id="29" name="Google Shape;29;p13"/>
          <p:cNvGrpSpPr/>
          <p:nvPr/>
        </p:nvGrpSpPr>
        <p:grpSpPr>
          <a:xfrm>
            <a:off x="4689246" y="551774"/>
            <a:ext cx="897877" cy="934082"/>
            <a:chOff x="5129684" y="1232940"/>
            <a:chExt cx="897877" cy="934082"/>
          </a:xfrm>
        </p:grpSpPr>
        <p:sp>
          <p:nvSpPr>
            <p:cNvPr id="30" name="Google Shape;30;p13"/>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1" name="Google Shape;31;p13"/>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2" name="Google Shape;32;p13"/>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33" name="Google Shape;33;p13"/>
          <p:cNvSpPr/>
          <p:nvPr/>
        </p:nvSpPr>
        <p:spPr>
          <a:xfrm>
            <a:off x="1189378" y="5232629"/>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1">
    <p:spTree>
      <p:nvGrpSpPr>
        <p:cNvPr id="34" name="Shape 34"/>
        <p:cNvGrpSpPr/>
        <p:nvPr/>
      </p:nvGrpSpPr>
      <p:grpSpPr>
        <a:xfrm>
          <a:off x="0" y="0"/>
          <a:ext cx="0" cy="0"/>
          <a:chOff x="0" y="0"/>
          <a:chExt cx="0" cy="0"/>
        </a:xfrm>
      </p:grpSpPr>
      <p:grpSp>
        <p:nvGrpSpPr>
          <p:cNvPr id="35" name="Google Shape;35;p14"/>
          <p:cNvGrpSpPr/>
          <p:nvPr/>
        </p:nvGrpSpPr>
        <p:grpSpPr>
          <a:xfrm rot="10800000">
            <a:off x="8925426" y="-229892"/>
            <a:ext cx="3990589" cy="4054324"/>
            <a:chOff x="4285509" y="2736835"/>
            <a:chExt cx="3990589" cy="4054324"/>
          </a:xfrm>
        </p:grpSpPr>
        <p:sp>
          <p:nvSpPr>
            <p:cNvPr id="36" name="Google Shape;36;p14"/>
            <p:cNvSpPr/>
            <p:nvPr/>
          </p:nvSpPr>
          <p:spPr>
            <a:xfrm flipH="1" rot="8100000">
              <a:off x="4602175" y="3958416"/>
              <a:ext cx="3536330" cy="1853969"/>
            </a:xfrm>
            <a:custGeom>
              <a:rect b="b" l="l" r="r" t="t"/>
              <a:pathLst>
                <a:path extrusionOk="0" h="1853969" w="3536330">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37" name="Google Shape;37;p14"/>
            <p:cNvGrpSpPr/>
            <p:nvPr/>
          </p:nvGrpSpPr>
          <p:grpSpPr>
            <a:xfrm>
              <a:off x="4285509" y="2736835"/>
              <a:ext cx="3990588" cy="3990588"/>
              <a:chOff x="-737095" y="2736835"/>
              <a:chExt cx="3990588" cy="3990588"/>
            </a:xfrm>
          </p:grpSpPr>
          <p:sp>
            <p:nvSpPr>
              <p:cNvPr id="38" name="Google Shape;38;p14"/>
              <p:cNvSpPr/>
              <p:nvPr/>
            </p:nvSpPr>
            <p:spPr>
              <a:xfrm flipH="1" rot="8100000">
                <a:off x="-481151" y="3649708"/>
                <a:ext cx="3478701" cy="2164843"/>
              </a:xfrm>
              <a:custGeom>
                <a:rect b="b" l="l" r="r" t="t"/>
                <a:pathLst>
                  <a:path extrusionOk="0" h="2164843" w="3478701">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 name="Google Shape;39;p14"/>
              <p:cNvSpPr/>
              <p:nvPr/>
            </p:nvSpPr>
            <p:spPr>
              <a:xfrm flipH="1" rot="2700000">
                <a:off x="1512277" y="2840042"/>
                <a:ext cx="214196" cy="933178"/>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grpSp>
        <p:nvGrpSpPr>
          <p:cNvPr id="40" name="Google Shape;40;p14"/>
          <p:cNvGrpSpPr/>
          <p:nvPr/>
        </p:nvGrpSpPr>
        <p:grpSpPr>
          <a:xfrm>
            <a:off x="8690355" y="4892075"/>
            <a:ext cx="1656714" cy="1656714"/>
            <a:chOff x="10112258" y="2147095"/>
            <a:chExt cx="1656714" cy="1656714"/>
          </a:xfrm>
        </p:grpSpPr>
        <p:sp>
          <p:nvSpPr>
            <p:cNvPr id="41" name="Google Shape;41;p14"/>
            <p:cNvSpPr/>
            <p:nvPr/>
          </p:nvSpPr>
          <p:spPr>
            <a:xfrm rot="8100000">
              <a:off x="10400615" y="234397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3B3666"/>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 name="Google Shape;42;p14"/>
            <p:cNvSpPr/>
            <p:nvPr/>
          </p:nvSpPr>
          <p:spPr>
            <a:xfrm rot="-8100000">
              <a:off x="10415015" y="2179851"/>
              <a:ext cx="540000" cy="1080000"/>
            </a:xfrm>
            <a:prstGeom prst="ellipse">
              <a:avLst/>
            </a:prstGeom>
            <a:gradFill>
              <a:gsLst>
                <a:gs pos="0">
                  <a:srgbClr val="453E75">
                    <a:alpha val="32941"/>
                  </a:srgbClr>
                </a:gs>
                <a:gs pos="100000">
                  <a:srgbClr val="59EFC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43" name="Google Shape;43;p14"/>
          <p:cNvGrpSpPr/>
          <p:nvPr/>
        </p:nvGrpSpPr>
        <p:grpSpPr>
          <a:xfrm>
            <a:off x="363888" y="5322560"/>
            <a:ext cx="1030305" cy="1030305"/>
            <a:chOff x="10240859" y="1436639"/>
            <a:chExt cx="1030305" cy="1030305"/>
          </a:xfrm>
        </p:grpSpPr>
        <p:sp>
          <p:nvSpPr>
            <p:cNvPr id="44" name="Google Shape;44;p14"/>
            <p:cNvSpPr/>
            <p:nvPr/>
          </p:nvSpPr>
          <p:spPr>
            <a:xfrm rot="-8100000">
              <a:off x="10268976" y="1743588"/>
              <a:ext cx="926985" cy="46349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5" name="Google Shape;45;p14"/>
            <p:cNvSpPr/>
            <p:nvPr/>
          </p:nvSpPr>
          <p:spPr>
            <a:xfrm rot="-2700000">
              <a:off x="11115555" y="1939340"/>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6" name="Google Shape;46;p14"/>
            <p:cNvSpPr/>
            <p:nvPr/>
          </p:nvSpPr>
          <p:spPr>
            <a:xfrm rot="-2700000">
              <a:off x="10625042" y="1448827"/>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7" name="Google Shape;47;p14"/>
            <p:cNvSpPr/>
            <p:nvPr/>
          </p:nvSpPr>
          <p:spPr>
            <a:xfrm rot="-8100000">
              <a:off x="10292519" y="1686748"/>
              <a:ext cx="926985" cy="530086"/>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48" name="Google Shape;48;p14"/>
          <p:cNvSpPr txBox="1"/>
          <p:nvPr>
            <p:ph type="title"/>
          </p:nvPr>
        </p:nvSpPr>
        <p:spPr>
          <a:xfrm>
            <a:off x="550862" y="498474"/>
            <a:ext cx="7960421" cy="1450217"/>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
          <p:cNvSpPr txBox="1"/>
          <p:nvPr>
            <p:ph idx="1" type="body"/>
          </p:nvPr>
        </p:nvSpPr>
        <p:spPr>
          <a:xfrm>
            <a:off x="581343" y="2103039"/>
            <a:ext cx="7929940" cy="3979625"/>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sz="1800">
                <a:solidFill>
                  <a:schemeClr val="lt1"/>
                </a:solidFill>
              </a:defRPr>
            </a:lvl1pPr>
            <a:lvl2pPr indent="-304800" lvl="1" marL="914400" algn="l">
              <a:lnSpc>
                <a:spcPct val="110000"/>
              </a:lnSpc>
              <a:spcBef>
                <a:spcPts val="800"/>
              </a:spcBef>
              <a:spcAft>
                <a:spcPts val="0"/>
              </a:spcAft>
              <a:buClr>
                <a:schemeClr val="lt1"/>
              </a:buClr>
              <a:buSzPts val="1200"/>
              <a:buChar char="•"/>
              <a:defRPr sz="1200">
                <a:solidFill>
                  <a:schemeClr val="lt1"/>
                </a:solidFill>
              </a:defRPr>
            </a:lvl2pPr>
            <a:lvl3pPr indent="-304800" lvl="2" marL="1371600" algn="l">
              <a:lnSpc>
                <a:spcPct val="110000"/>
              </a:lnSpc>
              <a:spcBef>
                <a:spcPts val="800"/>
              </a:spcBef>
              <a:spcAft>
                <a:spcPts val="0"/>
              </a:spcAft>
              <a:buClr>
                <a:schemeClr val="lt1"/>
              </a:buClr>
              <a:buSzPts val="1200"/>
              <a:buChar char="•"/>
              <a:defRPr sz="1200">
                <a:solidFill>
                  <a:schemeClr val="lt1"/>
                </a:solidFill>
              </a:defRPr>
            </a:lvl3pPr>
            <a:lvl4pPr indent="-304800" lvl="3" marL="1828800" algn="l">
              <a:lnSpc>
                <a:spcPct val="110000"/>
              </a:lnSpc>
              <a:spcBef>
                <a:spcPts val="800"/>
              </a:spcBef>
              <a:spcAft>
                <a:spcPts val="0"/>
              </a:spcAft>
              <a:buClr>
                <a:schemeClr val="lt1"/>
              </a:buClr>
              <a:buSzPts val="1200"/>
              <a:buChar char="•"/>
              <a:defRPr sz="1200">
                <a:solidFill>
                  <a:schemeClr val="lt1"/>
                </a:solidFill>
              </a:defRPr>
            </a:lvl4pPr>
            <a:lvl5pPr indent="-304800" lvl="4" marL="2286000" algn="l">
              <a:lnSpc>
                <a:spcPct val="110000"/>
              </a:lnSpc>
              <a:spcBef>
                <a:spcPts val="800"/>
              </a:spcBef>
              <a:spcAft>
                <a:spcPts val="0"/>
              </a:spcAft>
              <a:buClr>
                <a:schemeClr val="lt1"/>
              </a:buClr>
              <a:buSzPts val="1200"/>
              <a:buChar char="•"/>
              <a:defRPr sz="12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50" name="Google Shape;50;p14"/>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4"/>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1">
  <p:cSld name="Two Content 1">
    <p:spTree>
      <p:nvGrpSpPr>
        <p:cNvPr id="53" name="Shape 53"/>
        <p:cNvGrpSpPr/>
        <p:nvPr/>
      </p:nvGrpSpPr>
      <p:grpSpPr>
        <a:xfrm>
          <a:off x="0" y="0"/>
          <a:ext cx="0" cy="0"/>
          <a:chOff x="0" y="0"/>
          <a:chExt cx="0" cy="0"/>
        </a:xfrm>
      </p:grpSpPr>
      <p:sp>
        <p:nvSpPr>
          <p:cNvPr id="54" name="Google Shape;54;p15"/>
          <p:cNvSpPr/>
          <p:nvPr/>
        </p:nvSpPr>
        <p:spPr>
          <a:xfrm>
            <a:off x="11069864" y="33337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55" name="Google Shape;55;p15"/>
          <p:cNvGrpSpPr/>
          <p:nvPr/>
        </p:nvGrpSpPr>
        <p:grpSpPr>
          <a:xfrm>
            <a:off x="233344" y="5384019"/>
            <a:ext cx="828357" cy="828357"/>
            <a:chOff x="2895711" y="1234487"/>
            <a:chExt cx="828357" cy="828357"/>
          </a:xfrm>
        </p:grpSpPr>
        <p:sp>
          <p:nvSpPr>
            <p:cNvPr id="56" name="Google Shape;56;p15"/>
            <p:cNvSpPr/>
            <p:nvPr/>
          </p:nvSpPr>
          <p:spPr>
            <a:xfrm rot="2700000">
              <a:off x="3039890" y="1332929"/>
              <a:ext cx="540000" cy="631474"/>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57" name="Google Shape;57;p15"/>
            <p:cNvSpPr/>
            <p:nvPr/>
          </p:nvSpPr>
          <p:spPr>
            <a:xfrm rot="8100000">
              <a:off x="3047090" y="1506466"/>
              <a:ext cx="270000" cy="54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58" name="Google Shape;58;p15"/>
          <p:cNvSpPr txBox="1"/>
          <p:nvPr>
            <p:ph type="title"/>
          </p:nvPr>
        </p:nvSpPr>
        <p:spPr>
          <a:xfrm>
            <a:off x="550863" y="508635"/>
            <a:ext cx="11090274" cy="1332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15"/>
          <p:cNvSpPr txBox="1"/>
          <p:nvPr>
            <p:ph idx="1" type="body"/>
          </p:nvPr>
        </p:nvSpPr>
        <p:spPr>
          <a:xfrm>
            <a:off x="550862" y="2097175"/>
            <a:ext cx="5435600" cy="399565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42900" lvl="1" marL="914400" algn="l">
              <a:lnSpc>
                <a:spcPct val="110000"/>
              </a:lnSpc>
              <a:spcBef>
                <a:spcPts val="1000"/>
              </a:spcBef>
              <a:spcAft>
                <a:spcPts val="0"/>
              </a:spcAft>
              <a:buClr>
                <a:schemeClr val="lt1"/>
              </a:buClr>
              <a:buSzPts val="1800"/>
              <a:buChar char="•"/>
              <a:defRPr sz="1800">
                <a:solidFill>
                  <a:schemeClr val="lt1"/>
                </a:solidFill>
              </a:defRPr>
            </a:lvl2pPr>
            <a:lvl3pPr indent="-342900" lvl="2" marL="1371600" algn="l">
              <a:lnSpc>
                <a:spcPct val="110000"/>
              </a:lnSpc>
              <a:spcBef>
                <a:spcPts val="1000"/>
              </a:spcBef>
              <a:spcAft>
                <a:spcPts val="0"/>
              </a:spcAft>
              <a:buClr>
                <a:schemeClr val="lt1"/>
              </a:buClr>
              <a:buSzPts val="1800"/>
              <a:buChar char="•"/>
              <a:defRPr sz="1800">
                <a:solidFill>
                  <a:schemeClr val="lt1"/>
                </a:solidFill>
              </a:defRPr>
            </a:lvl3pPr>
            <a:lvl4pPr indent="-342900" lvl="3" marL="1828800" algn="l">
              <a:lnSpc>
                <a:spcPct val="110000"/>
              </a:lnSpc>
              <a:spcBef>
                <a:spcPts val="1000"/>
              </a:spcBef>
              <a:spcAft>
                <a:spcPts val="0"/>
              </a:spcAft>
              <a:buClr>
                <a:schemeClr val="lt1"/>
              </a:buClr>
              <a:buSzPts val="1800"/>
              <a:buChar char="•"/>
              <a:defRPr sz="1800">
                <a:solidFill>
                  <a:schemeClr val="lt1"/>
                </a:solidFill>
              </a:defRPr>
            </a:lvl4pPr>
            <a:lvl5pPr indent="-342900" lvl="4" marL="2286000" algn="l">
              <a:lnSpc>
                <a:spcPct val="110000"/>
              </a:lnSpc>
              <a:spcBef>
                <a:spcPts val="1000"/>
              </a:spcBef>
              <a:spcAft>
                <a:spcPts val="0"/>
              </a:spcAft>
              <a:buClr>
                <a:schemeClr val="lt1"/>
              </a:buClr>
              <a:buSzPts val="1800"/>
              <a:buChar char="•"/>
              <a:defRPr sz="18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0" name="Google Shape;60;p15"/>
          <p:cNvSpPr txBox="1"/>
          <p:nvPr>
            <p:ph idx="2" type="body"/>
          </p:nvPr>
        </p:nvSpPr>
        <p:spPr>
          <a:xfrm>
            <a:off x="6205540" y="2097175"/>
            <a:ext cx="5435600" cy="399565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42900" lvl="1" marL="914400" algn="l">
              <a:lnSpc>
                <a:spcPct val="110000"/>
              </a:lnSpc>
              <a:spcBef>
                <a:spcPts val="1000"/>
              </a:spcBef>
              <a:spcAft>
                <a:spcPts val="0"/>
              </a:spcAft>
              <a:buClr>
                <a:schemeClr val="lt1"/>
              </a:buClr>
              <a:buSzPts val="1800"/>
              <a:buChar char="•"/>
              <a:defRPr sz="1800">
                <a:solidFill>
                  <a:schemeClr val="lt1"/>
                </a:solidFill>
              </a:defRPr>
            </a:lvl2pPr>
            <a:lvl3pPr indent="-342900" lvl="2" marL="1371600" algn="l">
              <a:lnSpc>
                <a:spcPct val="110000"/>
              </a:lnSpc>
              <a:spcBef>
                <a:spcPts val="1000"/>
              </a:spcBef>
              <a:spcAft>
                <a:spcPts val="0"/>
              </a:spcAft>
              <a:buClr>
                <a:schemeClr val="lt1"/>
              </a:buClr>
              <a:buSzPts val="1800"/>
              <a:buChar char="•"/>
              <a:defRPr sz="1800">
                <a:solidFill>
                  <a:schemeClr val="lt1"/>
                </a:solidFill>
              </a:defRPr>
            </a:lvl3pPr>
            <a:lvl4pPr indent="-342900" lvl="3" marL="1828800" algn="l">
              <a:lnSpc>
                <a:spcPct val="110000"/>
              </a:lnSpc>
              <a:spcBef>
                <a:spcPts val="1000"/>
              </a:spcBef>
              <a:spcAft>
                <a:spcPts val="0"/>
              </a:spcAft>
              <a:buClr>
                <a:schemeClr val="lt1"/>
              </a:buClr>
              <a:buSzPts val="1800"/>
              <a:buChar char="•"/>
              <a:defRPr sz="1800">
                <a:solidFill>
                  <a:schemeClr val="lt1"/>
                </a:solidFill>
              </a:defRPr>
            </a:lvl4pPr>
            <a:lvl5pPr indent="-342900" lvl="4" marL="2286000" algn="l">
              <a:lnSpc>
                <a:spcPct val="110000"/>
              </a:lnSpc>
              <a:spcBef>
                <a:spcPts val="1000"/>
              </a:spcBef>
              <a:spcAft>
                <a:spcPts val="0"/>
              </a:spcAft>
              <a:buClr>
                <a:schemeClr val="lt1"/>
              </a:buClr>
              <a:buSzPts val="1800"/>
              <a:buChar char="•"/>
              <a:defRPr sz="18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1" name="Google Shape;61;p15"/>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5"/>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5"/>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p:cSld name="Closing">
    <p:spTree>
      <p:nvGrpSpPr>
        <p:cNvPr id="64" name="Shape 64"/>
        <p:cNvGrpSpPr/>
        <p:nvPr/>
      </p:nvGrpSpPr>
      <p:grpSpPr>
        <a:xfrm>
          <a:off x="0" y="0"/>
          <a:ext cx="0" cy="0"/>
          <a:chOff x="0" y="0"/>
          <a:chExt cx="0" cy="0"/>
        </a:xfrm>
      </p:grpSpPr>
      <p:sp>
        <p:nvSpPr>
          <p:cNvPr id="65" name="Google Shape;65;p16"/>
          <p:cNvSpPr/>
          <p:nvPr/>
        </p:nvSpPr>
        <p:spPr>
          <a:xfrm>
            <a:off x="5303845" y="5427212"/>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66" name="Google Shape;66;p16"/>
          <p:cNvSpPr txBox="1"/>
          <p:nvPr>
            <p:ph type="title"/>
          </p:nvPr>
        </p:nvSpPr>
        <p:spPr>
          <a:xfrm>
            <a:off x="549536" y="549274"/>
            <a:ext cx="5179330" cy="2841829"/>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5400"/>
              <a:buFont typeface="Play"/>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6"/>
          <p:cNvSpPr txBox="1"/>
          <p:nvPr>
            <p:ph idx="1" type="body"/>
          </p:nvPr>
        </p:nvSpPr>
        <p:spPr>
          <a:xfrm>
            <a:off x="549537" y="3646704"/>
            <a:ext cx="5179330" cy="270616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228600" lvl="1" marL="914400" algn="l">
              <a:lnSpc>
                <a:spcPct val="110000"/>
              </a:lnSpc>
              <a:spcBef>
                <a:spcPts val="1000"/>
              </a:spcBef>
              <a:spcAft>
                <a:spcPts val="0"/>
              </a:spcAft>
              <a:buClr>
                <a:schemeClr val="lt1"/>
              </a:buClr>
              <a:buSzPts val="1200"/>
              <a:buNone/>
              <a:defRPr sz="1200">
                <a:solidFill>
                  <a:schemeClr val="lt1"/>
                </a:solidFill>
              </a:defRPr>
            </a:lvl2pPr>
            <a:lvl3pPr indent="-228600" lvl="2" marL="1371600" algn="l">
              <a:lnSpc>
                <a:spcPct val="110000"/>
              </a:lnSpc>
              <a:spcBef>
                <a:spcPts val="1000"/>
              </a:spcBef>
              <a:spcAft>
                <a:spcPts val="0"/>
              </a:spcAft>
              <a:buClr>
                <a:schemeClr val="lt1"/>
              </a:buClr>
              <a:buSzPts val="1200"/>
              <a:buNone/>
              <a:defRPr sz="1200">
                <a:solidFill>
                  <a:schemeClr val="lt1"/>
                </a:solidFill>
              </a:defRPr>
            </a:lvl3pPr>
            <a:lvl4pPr indent="-228600" lvl="3" marL="1828800" algn="l">
              <a:lnSpc>
                <a:spcPct val="110000"/>
              </a:lnSpc>
              <a:spcBef>
                <a:spcPts val="1000"/>
              </a:spcBef>
              <a:spcAft>
                <a:spcPts val="0"/>
              </a:spcAft>
              <a:buClr>
                <a:schemeClr val="lt1"/>
              </a:buClr>
              <a:buSzPts val="1200"/>
              <a:buNone/>
              <a:defRPr sz="1200">
                <a:solidFill>
                  <a:schemeClr val="lt1"/>
                </a:solidFill>
              </a:defRPr>
            </a:lvl4pPr>
            <a:lvl5pPr indent="-228600" lvl="4" marL="2286000" algn="l">
              <a:lnSpc>
                <a:spcPct val="110000"/>
              </a:lnSpc>
              <a:spcBef>
                <a:spcPts val="1000"/>
              </a:spcBef>
              <a:spcAft>
                <a:spcPts val="0"/>
              </a:spcAft>
              <a:buClr>
                <a:schemeClr val="lt1"/>
              </a:buClr>
              <a:buSzPts val="1200"/>
              <a:buNone/>
              <a:defRPr sz="12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68" name="Google Shape;68;p16"/>
          <p:cNvSpPr/>
          <p:nvPr>
            <p:ph idx="2" type="pic"/>
          </p:nvPr>
        </p:nvSpPr>
        <p:spPr>
          <a:xfrm>
            <a:off x="5926138" y="549275"/>
            <a:ext cx="5654675" cy="5788025"/>
          </a:xfrm>
          <a:prstGeom prst="rect">
            <a:avLst/>
          </a:prstGeom>
          <a:noFill/>
          <a:ln>
            <a:noFill/>
          </a:ln>
        </p:spPr>
      </p:sp>
      <p:grpSp>
        <p:nvGrpSpPr>
          <p:cNvPr id="69" name="Google Shape;69;p16"/>
          <p:cNvGrpSpPr/>
          <p:nvPr/>
        </p:nvGrpSpPr>
        <p:grpSpPr>
          <a:xfrm>
            <a:off x="577658" y="5511950"/>
            <a:ext cx="828358" cy="828358"/>
            <a:chOff x="10462536" y="1408249"/>
            <a:chExt cx="828358" cy="828358"/>
          </a:xfrm>
        </p:grpSpPr>
        <p:sp>
          <p:nvSpPr>
            <p:cNvPr id="70" name="Google Shape;70;p16"/>
            <p:cNvSpPr/>
            <p:nvPr/>
          </p:nvSpPr>
          <p:spPr>
            <a:xfrm rot="8100000">
              <a:off x="10606715" y="1506691"/>
              <a:ext cx="540001" cy="631474"/>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3B3666"/>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1" name="Google Shape;71;p16"/>
            <p:cNvSpPr/>
            <p:nvPr/>
          </p:nvSpPr>
          <p:spPr>
            <a:xfrm rot="-8100000">
              <a:off x="10613915" y="1424627"/>
              <a:ext cx="270000" cy="540001"/>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nvGrpSpPr>
          <p:cNvPr id="72" name="Google Shape;72;p16"/>
          <p:cNvGrpSpPr/>
          <p:nvPr/>
        </p:nvGrpSpPr>
        <p:grpSpPr>
          <a:xfrm>
            <a:off x="363888" y="5322560"/>
            <a:ext cx="1030305" cy="1030305"/>
            <a:chOff x="10240859" y="1436639"/>
            <a:chExt cx="1030305" cy="1030305"/>
          </a:xfrm>
        </p:grpSpPr>
        <p:sp>
          <p:nvSpPr>
            <p:cNvPr id="73" name="Google Shape;73;p16"/>
            <p:cNvSpPr/>
            <p:nvPr/>
          </p:nvSpPr>
          <p:spPr>
            <a:xfrm rot="-8100000">
              <a:off x="10268976" y="1743588"/>
              <a:ext cx="926985" cy="46349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4" name="Google Shape;74;p16"/>
            <p:cNvSpPr/>
            <p:nvPr/>
          </p:nvSpPr>
          <p:spPr>
            <a:xfrm rot="-2700000">
              <a:off x="11115555" y="1939340"/>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5" name="Google Shape;75;p16"/>
            <p:cNvSpPr/>
            <p:nvPr/>
          </p:nvSpPr>
          <p:spPr>
            <a:xfrm rot="-2700000">
              <a:off x="10625042" y="1448827"/>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76" name="Google Shape;76;p16"/>
            <p:cNvSpPr/>
            <p:nvPr/>
          </p:nvSpPr>
          <p:spPr>
            <a:xfrm rot="-8100000">
              <a:off x="10292519" y="1686748"/>
              <a:ext cx="926985" cy="530086"/>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77" name="Google Shape;77;p16"/>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6"/>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6"/>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17"/>
          <p:cNvSpPr txBox="1"/>
          <p:nvPr>
            <p:ph type="title"/>
          </p:nvPr>
        </p:nvSpPr>
        <p:spPr>
          <a:xfrm>
            <a:off x="3359149" y="550799"/>
            <a:ext cx="8283313" cy="554202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4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7"/>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7"/>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7"/>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 name="Google Shape;85;p17"/>
          <p:cNvSpPr/>
          <p:nvPr/>
        </p:nvSpPr>
        <p:spPr>
          <a:xfrm flipH="1" rot="8100000">
            <a:off x="-410727" y="3958416"/>
            <a:ext cx="3536330" cy="1853969"/>
          </a:xfrm>
          <a:custGeom>
            <a:rect b="b" l="l" r="r" t="t"/>
            <a:pathLst>
              <a:path extrusionOk="0" h="1853969" w="3536330">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6" name="Google Shape;86;p17"/>
          <p:cNvSpPr/>
          <p:nvPr/>
        </p:nvSpPr>
        <p:spPr>
          <a:xfrm flipH="1" rot="8100000">
            <a:off x="-481151" y="3649708"/>
            <a:ext cx="3478701" cy="2164843"/>
          </a:xfrm>
          <a:custGeom>
            <a:rect b="b" l="l" r="r" t="t"/>
            <a:pathLst>
              <a:path extrusionOk="0" h="2164843" w="3478701">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7" name="Google Shape;87;p17"/>
          <p:cNvSpPr/>
          <p:nvPr/>
        </p:nvSpPr>
        <p:spPr>
          <a:xfrm flipH="1" rot="2700000">
            <a:off x="1512277" y="2840042"/>
            <a:ext cx="214196" cy="933178"/>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88" name="Google Shape;88;p17"/>
          <p:cNvSpPr/>
          <p:nvPr/>
        </p:nvSpPr>
        <p:spPr>
          <a:xfrm>
            <a:off x="1780661" y="385236"/>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89" name="Google Shape;89;p17"/>
          <p:cNvGrpSpPr/>
          <p:nvPr/>
        </p:nvGrpSpPr>
        <p:grpSpPr>
          <a:xfrm>
            <a:off x="509106" y="1383159"/>
            <a:ext cx="897877" cy="934082"/>
            <a:chOff x="5129684" y="1232940"/>
            <a:chExt cx="897877" cy="934082"/>
          </a:xfrm>
        </p:grpSpPr>
        <p:sp>
          <p:nvSpPr>
            <p:cNvPr id="90" name="Google Shape;90;p17"/>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1" name="Google Shape;91;p17"/>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92" name="Google Shape;92;p17"/>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3" name="Shape 93"/>
        <p:cNvGrpSpPr/>
        <p:nvPr/>
      </p:nvGrpSpPr>
      <p:grpSpPr>
        <a:xfrm>
          <a:off x="0" y="0"/>
          <a:ext cx="0" cy="0"/>
          <a:chOff x="0" y="0"/>
          <a:chExt cx="0" cy="0"/>
        </a:xfrm>
      </p:grpSpPr>
      <p:sp>
        <p:nvSpPr>
          <p:cNvPr id="94" name="Google Shape;94;p18"/>
          <p:cNvSpPr txBox="1"/>
          <p:nvPr>
            <p:ph type="ctrTitle"/>
          </p:nvPr>
        </p:nvSpPr>
        <p:spPr>
          <a:xfrm>
            <a:off x="3359149" y="389840"/>
            <a:ext cx="8281987" cy="295465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6400"/>
              <a:buFont typeface="Play"/>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8"/>
          <p:cNvSpPr txBox="1"/>
          <p:nvPr>
            <p:ph idx="1" type="subTitle"/>
          </p:nvPr>
        </p:nvSpPr>
        <p:spPr>
          <a:xfrm>
            <a:off x="3359149" y="3536951"/>
            <a:ext cx="8281989" cy="2555874"/>
          </a:xfrm>
          <a:prstGeom prst="rect">
            <a:avLst/>
          </a:prstGeom>
          <a:noFill/>
          <a:ln>
            <a:noFill/>
          </a:ln>
        </p:spPr>
        <p:txBody>
          <a:bodyPr anchorCtr="0" anchor="t" bIns="0" lIns="0" spcFirstLastPara="1" rIns="0" wrap="square" tIns="0">
            <a:normAutofit/>
          </a:bodyPr>
          <a:lstStyle>
            <a:lvl1pPr lvl="0" algn="l">
              <a:lnSpc>
                <a:spcPct val="100000"/>
              </a:lnSpc>
              <a:spcBef>
                <a:spcPts val="1000"/>
              </a:spcBef>
              <a:spcAft>
                <a:spcPts val="0"/>
              </a:spcAft>
              <a:buClr>
                <a:schemeClr val="lt1"/>
              </a:buClr>
              <a:buSzPts val="2400"/>
              <a:buNone/>
              <a:defRPr sz="2400">
                <a:solidFill>
                  <a:schemeClr val="lt1"/>
                </a:solidFill>
              </a:defRPr>
            </a:lvl1pPr>
            <a:lvl2pPr lvl="1" algn="ctr">
              <a:lnSpc>
                <a:spcPct val="110000"/>
              </a:lnSpc>
              <a:spcBef>
                <a:spcPts val="800"/>
              </a:spcBef>
              <a:spcAft>
                <a:spcPts val="0"/>
              </a:spcAft>
              <a:buClr>
                <a:schemeClr val="lt1"/>
              </a:buClr>
              <a:buSzPts val="2000"/>
              <a:buNone/>
              <a:defRPr sz="2000"/>
            </a:lvl2pPr>
            <a:lvl3pPr lvl="2" algn="ctr">
              <a:lnSpc>
                <a:spcPct val="110000"/>
              </a:lnSpc>
              <a:spcBef>
                <a:spcPts val="800"/>
              </a:spcBef>
              <a:spcAft>
                <a:spcPts val="0"/>
              </a:spcAft>
              <a:buClr>
                <a:schemeClr val="lt1"/>
              </a:buClr>
              <a:buSzPts val="1800"/>
              <a:buNone/>
              <a:defRPr sz="1800"/>
            </a:lvl3pPr>
            <a:lvl4pPr lvl="3" algn="ctr">
              <a:lnSpc>
                <a:spcPct val="110000"/>
              </a:lnSpc>
              <a:spcBef>
                <a:spcPts val="800"/>
              </a:spcBef>
              <a:spcAft>
                <a:spcPts val="0"/>
              </a:spcAft>
              <a:buClr>
                <a:schemeClr val="lt1"/>
              </a:buClr>
              <a:buSzPts val="1600"/>
              <a:buNone/>
              <a:defRPr sz="1600"/>
            </a:lvl4pPr>
            <a:lvl5pPr lvl="4" algn="ctr">
              <a:lnSpc>
                <a:spcPct val="110000"/>
              </a:lnSpc>
              <a:spcBef>
                <a:spcPts val="800"/>
              </a:spcBef>
              <a:spcAft>
                <a:spcPts val="0"/>
              </a:spcAft>
              <a:buClr>
                <a:schemeClr val="lt1"/>
              </a:buClr>
              <a:buSzPts val="1600"/>
              <a:buNone/>
              <a:defRPr sz="1600"/>
            </a:lvl5pPr>
            <a:lvl6pPr lvl="5" algn="ctr">
              <a:lnSpc>
                <a:spcPct val="90000"/>
              </a:lnSpc>
              <a:spcBef>
                <a:spcPts val="8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96" name="Google Shape;96;p18"/>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18"/>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8"/>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9" name="Google Shape;99;p18"/>
          <p:cNvSpPr/>
          <p:nvPr/>
        </p:nvSpPr>
        <p:spPr>
          <a:xfrm rot="2700000">
            <a:off x="612445" y="48188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0" name="Google Shape;100;p18"/>
          <p:cNvSpPr/>
          <p:nvPr/>
        </p:nvSpPr>
        <p:spPr>
          <a:xfrm rot="8100000">
            <a:off x="626845" y="828962"/>
            <a:ext cx="540000" cy="108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1" name="Google Shape;101;p18"/>
          <p:cNvSpPr/>
          <p:nvPr/>
        </p:nvSpPr>
        <p:spPr>
          <a:xfrm>
            <a:off x="1800802" y="247285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102" name="Google Shape;102;p18"/>
          <p:cNvGrpSpPr/>
          <p:nvPr/>
        </p:nvGrpSpPr>
        <p:grpSpPr>
          <a:xfrm>
            <a:off x="1292493" y="4299807"/>
            <a:ext cx="2083885" cy="2083885"/>
            <a:chOff x="4842143" y="3556857"/>
            <a:chExt cx="2083885" cy="2083885"/>
          </a:xfrm>
        </p:grpSpPr>
        <p:sp>
          <p:nvSpPr>
            <p:cNvPr id="103" name="Google Shape;103;p18"/>
            <p:cNvSpPr/>
            <p:nvPr/>
          </p:nvSpPr>
          <p:spPr>
            <a:xfrm flipH="1" rot="8100000">
              <a:off x="5005634" y="4191206"/>
              <a:ext cx="1853969" cy="926985"/>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4" name="Google Shape;104;p18"/>
            <p:cNvSpPr/>
            <p:nvPr/>
          </p:nvSpPr>
          <p:spPr>
            <a:xfrm flipH="1" rot="8100000">
              <a:off x="4957101" y="4052255"/>
              <a:ext cx="1853969" cy="1093090"/>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5" name="Google Shape;105;p18"/>
            <p:cNvSpPr/>
            <p:nvPr/>
          </p:nvSpPr>
          <p:spPr>
            <a:xfrm flipH="1" rot="2700000">
              <a:off x="6040374" y="3601683"/>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06" name="Google Shape;106;p18"/>
            <p:cNvSpPr/>
            <p:nvPr/>
          </p:nvSpPr>
          <p:spPr>
            <a:xfrm flipH="1" rot="2700000">
              <a:off x="5059348" y="4582709"/>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7" name="Shape 107"/>
        <p:cNvGrpSpPr/>
        <p:nvPr/>
      </p:nvGrpSpPr>
      <p:grpSpPr>
        <a:xfrm>
          <a:off x="0" y="0"/>
          <a:ext cx="0" cy="0"/>
          <a:chOff x="0" y="0"/>
          <a:chExt cx="0" cy="0"/>
        </a:xfrm>
      </p:grpSpPr>
      <p:grpSp>
        <p:nvGrpSpPr>
          <p:cNvPr id="108" name="Google Shape;108;p19"/>
          <p:cNvGrpSpPr/>
          <p:nvPr/>
        </p:nvGrpSpPr>
        <p:grpSpPr>
          <a:xfrm>
            <a:off x="363888" y="5322560"/>
            <a:ext cx="1030305" cy="1030305"/>
            <a:chOff x="10240859" y="1436639"/>
            <a:chExt cx="1030305" cy="1030305"/>
          </a:xfrm>
        </p:grpSpPr>
        <p:sp>
          <p:nvSpPr>
            <p:cNvPr id="109" name="Google Shape;109;p19"/>
            <p:cNvSpPr/>
            <p:nvPr/>
          </p:nvSpPr>
          <p:spPr>
            <a:xfrm rot="-8100000">
              <a:off x="10268976" y="1743588"/>
              <a:ext cx="926985" cy="46349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0" name="Google Shape;110;p19"/>
            <p:cNvSpPr/>
            <p:nvPr/>
          </p:nvSpPr>
          <p:spPr>
            <a:xfrm rot="-2700000">
              <a:off x="11115555" y="1939340"/>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1" name="Google Shape;111;p19"/>
            <p:cNvSpPr/>
            <p:nvPr/>
          </p:nvSpPr>
          <p:spPr>
            <a:xfrm rot="-2700000">
              <a:off x="10625042" y="1448827"/>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12" name="Google Shape;112;p19"/>
            <p:cNvSpPr/>
            <p:nvPr/>
          </p:nvSpPr>
          <p:spPr>
            <a:xfrm rot="-8100000">
              <a:off x="10292519" y="1686748"/>
              <a:ext cx="926985" cy="530086"/>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13" name="Google Shape;113;p19"/>
          <p:cNvSpPr txBox="1"/>
          <p:nvPr>
            <p:ph type="title"/>
          </p:nvPr>
        </p:nvSpPr>
        <p:spPr>
          <a:xfrm>
            <a:off x="550862" y="549275"/>
            <a:ext cx="11091600" cy="133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4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4" name="Google Shape;114;p19"/>
          <p:cNvSpPr txBox="1"/>
          <p:nvPr>
            <p:ph idx="1" type="body"/>
          </p:nvPr>
        </p:nvSpPr>
        <p:spPr>
          <a:xfrm>
            <a:off x="550863" y="2113199"/>
            <a:ext cx="11090274" cy="3979625"/>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15" name="Google Shape;115;p19"/>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9"/>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9"/>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8" name="Shape 118"/>
        <p:cNvGrpSpPr/>
        <p:nvPr/>
      </p:nvGrpSpPr>
      <p:grpSpPr>
        <a:xfrm>
          <a:off x="0" y="0"/>
          <a:ext cx="0" cy="0"/>
          <a:chOff x="0" y="0"/>
          <a:chExt cx="0" cy="0"/>
        </a:xfrm>
      </p:grpSpPr>
      <p:grpSp>
        <p:nvGrpSpPr>
          <p:cNvPr id="119" name="Google Shape;119;p20"/>
          <p:cNvGrpSpPr/>
          <p:nvPr/>
        </p:nvGrpSpPr>
        <p:grpSpPr>
          <a:xfrm>
            <a:off x="242406" y="748159"/>
            <a:ext cx="897877" cy="934082"/>
            <a:chOff x="5129684" y="1232940"/>
            <a:chExt cx="897877" cy="934082"/>
          </a:xfrm>
        </p:grpSpPr>
        <p:sp>
          <p:nvSpPr>
            <p:cNvPr id="120" name="Google Shape;120;p20"/>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1" name="Google Shape;121;p20"/>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2" name="Google Shape;122;p20"/>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23" name="Google Shape;123;p20"/>
          <p:cNvSpPr txBox="1"/>
          <p:nvPr>
            <p:ph type="title"/>
          </p:nvPr>
        </p:nvSpPr>
        <p:spPr>
          <a:xfrm>
            <a:off x="563563" y="474345"/>
            <a:ext cx="11077574" cy="2954655"/>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6400"/>
              <a:buFont typeface="Play"/>
              <a:buNone/>
              <a:defRPr sz="6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0"/>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0"/>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0"/>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7" name="Google Shape;127;p20"/>
          <p:cNvSpPr txBox="1"/>
          <p:nvPr>
            <p:ph idx="1" type="body"/>
          </p:nvPr>
        </p:nvSpPr>
        <p:spPr>
          <a:xfrm>
            <a:off x="566271" y="3629772"/>
            <a:ext cx="11074866" cy="2678953"/>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0"/>
              </a:spcBef>
              <a:spcAft>
                <a:spcPts val="0"/>
              </a:spcAft>
              <a:buClr>
                <a:schemeClr val="lt1"/>
              </a:buClr>
              <a:buSzPts val="2400"/>
              <a:buNone/>
              <a:defRPr sz="2400">
                <a:solidFill>
                  <a:schemeClr val="lt1"/>
                </a:solidFill>
              </a:defRPr>
            </a:lvl1pPr>
            <a:lvl2pPr indent="-228600" lvl="1" marL="914400" algn="l">
              <a:lnSpc>
                <a:spcPct val="110000"/>
              </a:lnSpc>
              <a:spcBef>
                <a:spcPts val="800"/>
              </a:spcBef>
              <a:spcAft>
                <a:spcPts val="0"/>
              </a:spcAft>
              <a:buClr>
                <a:schemeClr val="lt1"/>
              </a:buClr>
              <a:buSzPts val="2000"/>
              <a:buNone/>
              <a:defRPr sz="2000">
                <a:solidFill>
                  <a:schemeClr val="lt1"/>
                </a:solidFill>
              </a:defRPr>
            </a:lvl2pPr>
            <a:lvl3pPr indent="-228600" lvl="2" marL="1371600" algn="l">
              <a:lnSpc>
                <a:spcPct val="110000"/>
              </a:lnSpc>
              <a:spcBef>
                <a:spcPts val="800"/>
              </a:spcBef>
              <a:spcAft>
                <a:spcPts val="0"/>
              </a:spcAft>
              <a:buClr>
                <a:schemeClr val="lt1"/>
              </a:buClr>
              <a:buSzPts val="1800"/>
              <a:buNone/>
              <a:defRPr sz="1800">
                <a:solidFill>
                  <a:schemeClr val="lt1"/>
                </a:solidFill>
              </a:defRPr>
            </a:lvl3pPr>
            <a:lvl4pPr indent="-228600" lvl="3" marL="1828800" algn="l">
              <a:lnSpc>
                <a:spcPct val="110000"/>
              </a:lnSpc>
              <a:spcBef>
                <a:spcPts val="800"/>
              </a:spcBef>
              <a:spcAft>
                <a:spcPts val="0"/>
              </a:spcAft>
              <a:buClr>
                <a:schemeClr val="lt1"/>
              </a:buClr>
              <a:buSzPts val="1600"/>
              <a:buNone/>
              <a:defRPr sz="1600">
                <a:solidFill>
                  <a:schemeClr val="lt1"/>
                </a:solidFill>
              </a:defRPr>
            </a:lvl4pPr>
            <a:lvl5pPr indent="-228600" lvl="4" marL="2286000" algn="l">
              <a:lnSpc>
                <a:spcPct val="110000"/>
              </a:lnSpc>
              <a:spcBef>
                <a:spcPts val="800"/>
              </a:spcBef>
              <a:spcAft>
                <a:spcPts val="0"/>
              </a:spcAft>
              <a:buClr>
                <a:schemeClr val="lt1"/>
              </a:buClr>
              <a:buSzPts val="1600"/>
              <a:buNone/>
              <a:defRPr sz="1600">
                <a:solidFill>
                  <a:schemeClr val="lt1"/>
                </a:solidFill>
              </a:defRPr>
            </a:lvl5pPr>
            <a:lvl6pPr indent="-228600" lvl="5" marL="2743200" algn="l">
              <a:lnSpc>
                <a:spcPct val="90000"/>
              </a:lnSpc>
              <a:spcBef>
                <a:spcPts val="8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128" name="Google Shape;128;p20"/>
          <p:cNvSpPr/>
          <p:nvPr/>
        </p:nvSpPr>
        <p:spPr>
          <a:xfrm rot="-2700000">
            <a:off x="11209132" y="4448189"/>
            <a:ext cx="999200" cy="1262947"/>
          </a:xfrm>
          <a:custGeom>
            <a:rect b="b" l="l" r="r" t="t"/>
            <a:pathLst>
              <a:path extrusionOk="0" h="1262947" w="999200">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0">
                <a:srgbClr val="2B274A"/>
              </a:gs>
              <a:gs pos="30000">
                <a:srgbClr val="2B274A"/>
              </a:gs>
              <a:gs pos="40000">
                <a:srgbClr val="453E75"/>
              </a:gs>
              <a:gs pos="60000">
                <a:srgbClr val="2B274A"/>
              </a:gs>
              <a:gs pos="100000">
                <a:schemeClr val="dk2"/>
              </a:gs>
            </a:gsLst>
            <a:lin ang="10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29" name="Google Shape;129;p20"/>
          <p:cNvSpPr/>
          <p:nvPr/>
        </p:nvSpPr>
        <p:spPr>
          <a:xfrm rot="2700000">
            <a:off x="11686937" y="4853516"/>
            <a:ext cx="540000" cy="978284"/>
          </a:xfrm>
          <a:custGeom>
            <a:rect b="b" l="l" r="r" t="t"/>
            <a:pathLst>
              <a:path extrusionOk="0" h="978284" w="540000">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0" name="Shape 130"/>
        <p:cNvGrpSpPr/>
        <p:nvPr/>
      </p:nvGrpSpPr>
      <p:grpSpPr>
        <a:xfrm>
          <a:off x="0" y="0"/>
          <a:ext cx="0" cy="0"/>
          <a:chOff x="0" y="0"/>
          <a:chExt cx="0" cy="0"/>
        </a:xfrm>
      </p:grpSpPr>
      <p:sp>
        <p:nvSpPr>
          <p:cNvPr id="131" name="Google Shape;131;p21"/>
          <p:cNvSpPr/>
          <p:nvPr/>
        </p:nvSpPr>
        <p:spPr>
          <a:xfrm>
            <a:off x="11069864" y="33337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132" name="Google Shape;132;p21"/>
          <p:cNvGrpSpPr/>
          <p:nvPr/>
        </p:nvGrpSpPr>
        <p:grpSpPr>
          <a:xfrm>
            <a:off x="233344" y="5384019"/>
            <a:ext cx="828357" cy="828357"/>
            <a:chOff x="2895711" y="1234487"/>
            <a:chExt cx="828357" cy="828357"/>
          </a:xfrm>
        </p:grpSpPr>
        <p:sp>
          <p:nvSpPr>
            <p:cNvPr id="133" name="Google Shape;133;p21"/>
            <p:cNvSpPr/>
            <p:nvPr/>
          </p:nvSpPr>
          <p:spPr>
            <a:xfrm rot="2700000">
              <a:off x="3039890" y="1332929"/>
              <a:ext cx="540000" cy="631474"/>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34" name="Google Shape;134;p21"/>
            <p:cNvSpPr/>
            <p:nvPr/>
          </p:nvSpPr>
          <p:spPr>
            <a:xfrm rot="8100000">
              <a:off x="3047090" y="1506466"/>
              <a:ext cx="270000" cy="54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35" name="Google Shape;135;p21"/>
          <p:cNvSpPr txBox="1"/>
          <p:nvPr>
            <p:ph type="title"/>
          </p:nvPr>
        </p:nvSpPr>
        <p:spPr>
          <a:xfrm>
            <a:off x="550863" y="549275"/>
            <a:ext cx="11090274" cy="1332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4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21"/>
          <p:cNvSpPr txBox="1"/>
          <p:nvPr>
            <p:ph idx="1" type="body"/>
          </p:nvPr>
        </p:nvSpPr>
        <p:spPr>
          <a:xfrm>
            <a:off x="550862" y="2097175"/>
            <a:ext cx="5435600" cy="399565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7" name="Google Shape;137;p21"/>
          <p:cNvSpPr txBox="1"/>
          <p:nvPr>
            <p:ph idx="2" type="body"/>
          </p:nvPr>
        </p:nvSpPr>
        <p:spPr>
          <a:xfrm>
            <a:off x="6205538" y="2097175"/>
            <a:ext cx="5435600" cy="399565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38" name="Google Shape;138;p21"/>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1"/>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1"/>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41" name="Shape 141"/>
        <p:cNvGrpSpPr/>
        <p:nvPr/>
      </p:nvGrpSpPr>
      <p:grpSpPr>
        <a:xfrm>
          <a:off x="0" y="0"/>
          <a:ext cx="0" cy="0"/>
          <a:chOff x="0" y="0"/>
          <a:chExt cx="0" cy="0"/>
        </a:xfrm>
      </p:grpSpPr>
      <p:sp>
        <p:nvSpPr>
          <p:cNvPr id="142" name="Google Shape;142;p22"/>
          <p:cNvSpPr/>
          <p:nvPr/>
        </p:nvSpPr>
        <p:spPr>
          <a:xfrm>
            <a:off x="11091612" y="5893466"/>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3" name="Google Shape;143;p22"/>
          <p:cNvSpPr/>
          <p:nvPr/>
        </p:nvSpPr>
        <p:spPr>
          <a:xfrm>
            <a:off x="11451612" y="5827878"/>
            <a:ext cx="379049" cy="360000"/>
          </a:xfrm>
          <a:prstGeom prst="rect">
            <a:avLst/>
          </a:prstGeom>
          <a:solidFill>
            <a:schemeClr val="dk2">
              <a:alpha val="80000"/>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44" name="Google Shape;144;p22"/>
          <p:cNvSpPr txBox="1"/>
          <p:nvPr>
            <p:ph type="title"/>
          </p:nvPr>
        </p:nvSpPr>
        <p:spPr>
          <a:xfrm>
            <a:off x="550862" y="549275"/>
            <a:ext cx="11097551" cy="13320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p22"/>
          <p:cNvSpPr txBox="1"/>
          <p:nvPr>
            <p:ph idx="1" type="body"/>
          </p:nvPr>
        </p:nvSpPr>
        <p:spPr>
          <a:xfrm>
            <a:off x="550864" y="1881275"/>
            <a:ext cx="5437186" cy="535354"/>
          </a:xfrm>
          <a:prstGeom prst="rect">
            <a:avLst/>
          </a:prstGeom>
          <a:noFill/>
          <a:ln>
            <a:noFill/>
          </a:ln>
        </p:spPr>
        <p:txBody>
          <a:bodyPr anchorCtr="0" anchor="b" bIns="0" lIns="0" spcFirstLastPara="1" rIns="0" wrap="square" tIns="0">
            <a:normAutofit/>
          </a:bodyPr>
          <a:lstStyle>
            <a:lvl1pPr indent="-228600" lvl="0" marL="457200" algn="l">
              <a:lnSpc>
                <a:spcPct val="110000"/>
              </a:lnSpc>
              <a:spcBef>
                <a:spcPts val="1000"/>
              </a:spcBef>
              <a:spcAft>
                <a:spcPts val="0"/>
              </a:spcAft>
              <a:buClr>
                <a:schemeClr val="lt1"/>
              </a:buClr>
              <a:buSzPts val="1400"/>
              <a:buNone/>
              <a:defRPr b="0" sz="1400" cap="none">
                <a:solidFill>
                  <a:schemeClr val="lt1"/>
                </a:solidFill>
                <a:latin typeface="Gill Sans"/>
                <a:ea typeface="Gill Sans"/>
                <a:cs typeface="Gill Sans"/>
                <a:sym typeface="Gill Sans"/>
              </a:defRPr>
            </a:lvl1pPr>
            <a:lvl2pPr indent="-228600" lvl="1" marL="914400" algn="l">
              <a:lnSpc>
                <a:spcPct val="110000"/>
              </a:lnSpc>
              <a:spcBef>
                <a:spcPts val="800"/>
              </a:spcBef>
              <a:spcAft>
                <a:spcPts val="0"/>
              </a:spcAft>
              <a:buClr>
                <a:schemeClr val="lt1"/>
              </a:buClr>
              <a:buSzPts val="2000"/>
              <a:buNone/>
              <a:defRPr b="1" sz="2000"/>
            </a:lvl2pPr>
            <a:lvl3pPr indent="-228600" lvl="2" marL="1371600" algn="l">
              <a:lnSpc>
                <a:spcPct val="110000"/>
              </a:lnSpc>
              <a:spcBef>
                <a:spcPts val="800"/>
              </a:spcBef>
              <a:spcAft>
                <a:spcPts val="0"/>
              </a:spcAft>
              <a:buClr>
                <a:schemeClr val="lt1"/>
              </a:buClr>
              <a:buSzPts val="1800"/>
              <a:buNone/>
              <a:defRPr b="1" sz="1800"/>
            </a:lvl3pPr>
            <a:lvl4pPr indent="-228600" lvl="3" marL="1828800" algn="l">
              <a:lnSpc>
                <a:spcPct val="110000"/>
              </a:lnSpc>
              <a:spcBef>
                <a:spcPts val="800"/>
              </a:spcBef>
              <a:spcAft>
                <a:spcPts val="0"/>
              </a:spcAft>
              <a:buClr>
                <a:schemeClr val="lt1"/>
              </a:buClr>
              <a:buSzPts val="1600"/>
              <a:buNone/>
              <a:defRPr b="1" sz="1600"/>
            </a:lvl4pPr>
            <a:lvl5pPr indent="-228600" lvl="4" marL="2286000" algn="l">
              <a:lnSpc>
                <a:spcPct val="110000"/>
              </a:lnSpc>
              <a:spcBef>
                <a:spcPts val="800"/>
              </a:spcBef>
              <a:spcAft>
                <a:spcPts val="0"/>
              </a:spcAft>
              <a:buClr>
                <a:schemeClr val="lt1"/>
              </a:buClr>
              <a:buSzPts val="1600"/>
              <a:buNone/>
              <a:defRPr b="1" sz="1600"/>
            </a:lvl5pPr>
            <a:lvl6pPr indent="-228600" lvl="5" marL="2743200" algn="l">
              <a:lnSpc>
                <a:spcPct val="90000"/>
              </a:lnSpc>
              <a:spcBef>
                <a:spcPts val="8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46" name="Google Shape;146;p22"/>
          <p:cNvSpPr txBox="1"/>
          <p:nvPr>
            <p:ph idx="2" type="body"/>
          </p:nvPr>
        </p:nvSpPr>
        <p:spPr>
          <a:xfrm>
            <a:off x="550863" y="2577270"/>
            <a:ext cx="5429114" cy="3515555"/>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7" name="Google Shape;147;p22"/>
          <p:cNvSpPr txBox="1"/>
          <p:nvPr>
            <p:ph idx="3" type="body"/>
          </p:nvPr>
        </p:nvSpPr>
        <p:spPr>
          <a:xfrm>
            <a:off x="6212024" y="1881275"/>
            <a:ext cx="5436392" cy="535354"/>
          </a:xfrm>
          <a:prstGeom prst="rect">
            <a:avLst/>
          </a:prstGeom>
          <a:noFill/>
          <a:ln>
            <a:noFill/>
          </a:ln>
        </p:spPr>
        <p:txBody>
          <a:bodyPr anchorCtr="0" anchor="b" bIns="0" lIns="0" spcFirstLastPara="1" rIns="0" wrap="square" tIns="0">
            <a:normAutofit/>
          </a:bodyPr>
          <a:lstStyle>
            <a:lvl1pPr indent="-317500" lvl="0" marL="457200" algn="l">
              <a:lnSpc>
                <a:spcPct val="110000"/>
              </a:lnSpc>
              <a:spcBef>
                <a:spcPts val="1000"/>
              </a:spcBef>
              <a:spcAft>
                <a:spcPts val="0"/>
              </a:spcAft>
              <a:buClr>
                <a:schemeClr val="lt1"/>
              </a:buClr>
              <a:buSzPts val="1400"/>
              <a:buChar char="•"/>
              <a:defRPr b="0" sz="1400" cap="none">
                <a:solidFill>
                  <a:schemeClr val="lt1"/>
                </a:solidFill>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8" name="Google Shape;148;p22"/>
          <p:cNvSpPr txBox="1"/>
          <p:nvPr>
            <p:ph idx="4" type="body"/>
          </p:nvPr>
        </p:nvSpPr>
        <p:spPr>
          <a:xfrm>
            <a:off x="6212023" y="2577270"/>
            <a:ext cx="5436391" cy="3515555"/>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49" name="Google Shape;149;p22"/>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2"/>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22"/>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2" name="Shape 152"/>
        <p:cNvGrpSpPr/>
        <p:nvPr/>
      </p:nvGrpSpPr>
      <p:grpSpPr>
        <a:xfrm>
          <a:off x="0" y="0"/>
          <a:ext cx="0" cy="0"/>
          <a:chOff x="0" y="0"/>
          <a:chExt cx="0" cy="0"/>
        </a:xfrm>
      </p:grpSpPr>
      <p:sp>
        <p:nvSpPr>
          <p:cNvPr id="153" name="Google Shape;153;p23"/>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3"/>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3"/>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56" name="Shape 156"/>
        <p:cNvGrpSpPr/>
        <p:nvPr/>
      </p:nvGrpSpPr>
      <p:grpSpPr>
        <a:xfrm>
          <a:off x="0" y="0"/>
          <a:ext cx="0" cy="0"/>
          <a:chOff x="0" y="0"/>
          <a:chExt cx="0" cy="0"/>
        </a:xfrm>
      </p:grpSpPr>
      <p:grpSp>
        <p:nvGrpSpPr>
          <p:cNvPr id="157" name="Google Shape;157;p24"/>
          <p:cNvGrpSpPr/>
          <p:nvPr/>
        </p:nvGrpSpPr>
        <p:grpSpPr>
          <a:xfrm>
            <a:off x="4752748" y="4823504"/>
            <a:ext cx="1656714" cy="1656714"/>
            <a:chOff x="2481534" y="2139594"/>
            <a:chExt cx="1656714" cy="1656714"/>
          </a:xfrm>
        </p:grpSpPr>
        <p:sp>
          <p:nvSpPr>
            <p:cNvPr id="158" name="Google Shape;158;p24"/>
            <p:cNvSpPr/>
            <p:nvPr/>
          </p:nvSpPr>
          <p:spPr>
            <a:xfrm rot="2700000">
              <a:off x="2769891" y="2336477"/>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59" name="Google Shape;159;p24"/>
            <p:cNvSpPr/>
            <p:nvPr/>
          </p:nvSpPr>
          <p:spPr>
            <a:xfrm rot="8100000">
              <a:off x="2784291" y="2683551"/>
              <a:ext cx="540000" cy="108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60" name="Google Shape;160;p24"/>
          <p:cNvSpPr txBox="1"/>
          <p:nvPr>
            <p:ph type="title"/>
          </p:nvPr>
        </p:nvSpPr>
        <p:spPr>
          <a:xfrm>
            <a:off x="550863" y="549275"/>
            <a:ext cx="11090275" cy="984885"/>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24"/>
          <p:cNvSpPr txBox="1"/>
          <p:nvPr>
            <p:ph idx="1" type="body"/>
          </p:nvPr>
        </p:nvSpPr>
        <p:spPr>
          <a:xfrm>
            <a:off x="4295775" y="1750060"/>
            <a:ext cx="7345362" cy="4342765"/>
          </a:xfrm>
          <a:prstGeom prst="rect">
            <a:avLst/>
          </a:prstGeom>
          <a:noFill/>
          <a:ln>
            <a:noFill/>
          </a:ln>
        </p:spPr>
        <p:txBody>
          <a:bodyPr anchorCtr="0" anchor="t" bIns="0" lIns="0" spcFirstLastPara="1" rIns="0" wrap="square" tIns="0">
            <a:normAutofit/>
          </a:bodyPr>
          <a:lstStyle>
            <a:lvl1pPr indent="-330200" lvl="0" marL="457200" algn="l">
              <a:lnSpc>
                <a:spcPct val="110000"/>
              </a:lnSpc>
              <a:spcBef>
                <a:spcPts val="1000"/>
              </a:spcBef>
              <a:spcAft>
                <a:spcPts val="0"/>
              </a:spcAft>
              <a:buClr>
                <a:schemeClr val="lt1"/>
              </a:buClr>
              <a:buSzPts val="1600"/>
              <a:buChar char="•"/>
              <a:defRPr sz="1600"/>
            </a:lvl1pPr>
            <a:lvl2pPr indent="-330200" lvl="1" marL="914400" algn="l">
              <a:lnSpc>
                <a:spcPct val="110000"/>
              </a:lnSpc>
              <a:spcBef>
                <a:spcPts val="800"/>
              </a:spcBef>
              <a:spcAft>
                <a:spcPts val="0"/>
              </a:spcAft>
              <a:buClr>
                <a:schemeClr val="lt1"/>
              </a:buClr>
              <a:buSzPts val="1600"/>
              <a:buChar char="•"/>
              <a:defRPr sz="1600"/>
            </a:lvl2pPr>
            <a:lvl3pPr indent="-330200" lvl="2" marL="1371600" algn="l">
              <a:lnSpc>
                <a:spcPct val="110000"/>
              </a:lnSpc>
              <a:spcBef>
                <a:spcPts val="800"/>
              </a:spcBef>
              <a:spcAft>
                <a:spcPts val="0"/>
              </a:spcAft>
              <a:buClr>
                <a:schemeClr val="lt1"/>
              </a:buClr>
              <a:buSzPts val="1600"/>
              <a:buChar char="•"/>
              <a:defRPr sz="1600"/>
            </a:lvl3pPr>
            <a:lvl4pPr indent="-330200" lvl="3" marL="1828800" algn="l">
              <a:lnSpc>
                <a:spcPct val="110000"/>
              </a:lnSpc>
              <a:spcBef>
                <a:spcPts val="800"/>
              </a:spcBef>
              <a:spcAft>
                <a:spcPts val="0"/>
              </a:spcAft>
              <a:buClr>
                <a:schemeClr val="lt1"/>
              </a:buClr>
              <a:buSzPts val="1600"/>
              <a:buChar char="•"/>
              <a:defRPr sz="1600"/>
            </a:lvl4pPr>
            <a:lvl5pPr indent="-330200" lvl="4" marL="2286000" algn="l">
              <a:lnSpc>
                <a:spcPct val="110000"/>
              </a:lnSpc>
              <a:spcBef>
                <a:spcPts val="800"/>
              </a:spcBef>
              <a:spcAft>
                <a:spcPts val="0"/>
              </a:spcAft>
              <a:buClr>
                <a:schemeClr val="lt1"/>
              </a:buClr>
              <a:buSzPts val="1600"/>
              <a:buChar char="•"/>
              <a:defRPr sz="1600"/>
            </a:lvl5pPr>
            <a:lvl6pPr indent="-355600" lvl="5" marL="2743200" algn="l">
              <a:lnSpc>
                <a:spcPct val="90000"/>
              </a:lnSpc>
              <a:spcBef>
                <a:spcPts val="8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162" name="Google Shape;162;p24"/>
          <p:cNvSpPr txBox="1"/>
          <p:nvPr>
            <p:ph idx="2" type="body"/>
          </p:nvPr>
        </p:nvSpPr>
        <p:spPr>
          <a:xfrm>
            <a:off x="550863" y="1750060"/>
            <a:ext cx="3565525" cy="4342765"/>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600"/>
              <a:buNone/>
              <a:defRPr sz="1600"/>
            </a:lvl1pPr>
            <a:lvl2pPr indent="-228600" lvl="1" marL="914400" algn="l">
              <a:lnSpc>
                <a:spcPct val="110000"/>
              </a:lnSpc>
              <a:spcBef>
                <a:spcPts val="800"/>
              </a:spcBef>
              <a:spcAft>
                <a:spcPts val="0"/>
              </a:spcAft>
              <a:buClr>
                <a:schemeClr val="lt1"/>
              </a:buClr>
              <a:buSzPts val="1400"/>
              <a:buNone/>
              <a:defRPr sz="1400"/>
            </a:lvl2pPr>
            <a:lvl3pPr indent="-228600" lvl="2" marL="1371600" algn="l">
              <a:lnSpc>
                <a:spcPct val="110000"/>
              </a:lnSpc>
              <a:spcBef>
                <a:spcPts val="800"/>
              </a:spcBef>
              <a:spcAft>
                <a:spcPts val="0"/>
              </a:spcAft>
              <a:buClr>
                <a:schemeClr val="lt1"/>
              </a:buClr>
              <a:buSzPts val="1200"/>
              <a:buNone/>
              <a:defRPr sz="1200"/>
            </a:lvl3pPr>
            <a:lvl4pPr indent="-228600" lvl="3" marL="1828800" algn="l">
              <a:lnSpc>
                <a:spcPct val="110000"/>
              </a:lnSpc>
              <a:spcBef>
                <a:spcPts val="800"/>
              </a:spcBef>
              <a:spcAft>
                <a:spcPts val="0"/>
              </a:spcAft>
              <a:buClr>
                <a:schemeClr val="lt1"/>
              </a:buClr>
              <a:buSzPts val="1000"/>
              <a:buNone/>
              <a:defRPr sz="1000"/>
            </a:lvl4pPr>
            <a:lvl5pPr indent="-228600" lvl="4" marL="2286000" algn="l">
              <a:lnSpc>
                <a:spcPct val="110000"/>
              </a:lnSpc>
              <a:spcBef>
                <a:spcPts val="800"/>
              </a:spcBef>
              <a:spcAft>
                <a:spcPts val="0"/>
              </a:spcAft>
              <a:buClr>
                <a:schemeClr val="lt1"/>
              </a:buClr>
              <a:buSzPts val="1000"/>
              <a:buNone/>
              <a:defRPr sz="1000"/>
            </a:lvl5pPr>
            <a:lvl6pPr indent="-228600" lvl="5" marL="2743200" algn="l">
              <a:lnSpc>
                <a:spcPct val="90000"/>
              </a:lnSpc>
              <a:spcBef>
                <a:spcPts val="8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63" name="Google Shape;163;p24"/>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24"/>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24"/>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66" name="Shape 166"/>
        <p:cNvGrpSpPr/>
        <p:nvPr/>
      </p:nvGrpSpPr>
      <p:grpSpPr>
        <a:xfrm>
          <a:off x="0" y="0"/>
          <a:ext cx="0" cy="0"/>
          <a:chOff x="0" y="0"/>
          <a:chExt cx="0" cy="0"/>
        </a:xfrm>
      </p:grpSpPr>
      <p:grpSp>
        <p:nvGrpSpPr>
          <p:cNvPr id="167" name="Google Shape;167;p25"/>
          <p:cNvGrpSpPr/>
          <p:nvPr/>
        </p:nvGrpSpPr>
        <p:grpSpPr>
          <a:xfrm>
            <a:off x="220889" y="4984670"/>
            <a:ext cx="897877" cy="934082"/>
            <a:chOff x="5129684" y="1232940"/>
            <a:chExt cx="897877" cy="934082"/>
          </a:xfrm>
        </p:grpSpPr>
        <p:sp>
          <p:nvSpPr>
            <p:cNvPr id="168" name="Google Shape;168;p25"/>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69" name="Google Shape;169;p25"/>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70" name="Google Shape;170;p25"/>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71" name="Google Shape;171;p25"/>
          <p:cNvSpPr txBox="1"/>
          <p:nvPr>
            <p:ph type="title"/>
          </p:nvPr>
        </p:nvSpPr>
        <p:spPr>
          <a:xfrm>
            <a:off x="550863" y="575409"/>
            <a:ext cx="4500562" cy="984885"/>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25"/>
          <p:cNvSpPr/>
          <p:nvPr>
            <p:ph idx="2" type="pic"/>
          </p:nvPr>
        </p:nvSpPr>
        <p:spPr>
          <a:xfrm>
            <a:off x="5267324" y="575409"/>
            <a:ext cx="6373813" cy="5733316"/>
          </a:xfrm>
          <a:prstGeom prst="rect">
            <a:avLst/>
          </a:prstGeom>
          <a:noFill/>
          <a:ln>
            <a:noFill/>
          </a:ln>
        </p:spPr>
      </p:sp>
      <p:sp>
        <p:nvSpPr>
          <p:cNvPr id="173" name="Google Shape;173;p25"/>
          <p:cNvSpPr txBox="1"/>
          <p:nvPr>
            <p:ph idx="1" type="body"/>
          </p:nvPr>
        </p:nvSpPr>
        <p:spPr>
          <a:xfrm>
            <a:off x="550863" y="1776195"/>
            <a:ext cx="4500562" cy="453253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600"/>
              <a:buNone/>
              <a:defRPr sz="1600"/>
            </a:lvl1pPr>
            <a:lvl2pPr indent="-228600" lvl="1" marL="914400" algn="l">
              <a:lnSpc>
                <a:spcPct val="110000"/>
              </a:lnSpc>
              <a:spcBef>
                <a:spcPts val="800"/>
              </a:spcBef>
              <a:spcAft>
                <a:spcPts val="0"/>
              </a:spcAft>
              <a:buClr>
                <a:schemeClr val="lt1"/>
              </a:buClr>
              <a:buSzPts val="1400"/>
              <a:buNone/>
              <a:defRPr sz="1400"/>
            </a:lvl2pPr>
            <a:lvl3pPr indent="-228600" lvl="2" marL="1371600" algn="l">
              <a:lnSpc>
                <a:spcPct val="110000"/>
              </a:lnSpc>
              <a:spcBef>
                <a:spcPts val="800"/>
              </a:spcBef>
              <a:spcAft>
                <a:spcPts val="0"/>
              </a:spcAft>
              <a:buClr>
                <a:schemeClr val="lt1"/>
              </a:buClr>
              <a:buSzPts val="1200"/>
              <a:buNone/>
              <a:defRPr sz="1200"/>
            </a:lvl3pPr>
            <a:lvl4pPr indent="-228600" lvl="3" marL="1828800" algn="l">
              <a:lnSpc>
                <a:spcPct val="110000"/>
              </a:lnSpc>
              <a:spcBef>
                <a:spcPts val="800"/>
              </a:spcBef>
              <a:spcAft>
                <a:spcPts val="0"/>
              </a:spcAft>
              <a:buClr>
                <a:schemeClr val="lt1"/>
              </a:buClr>
              <a:buSzPts val="1000"/>
              <a:buNone/>
              <a:defRPr sz="1000"/>
            </a:lvl4pPr>
            <a:lvl5pPr indent="-228600" lvl="4" marL="2286000" algn="l">
              <a:lnSpc>
                <a:spcPct val="110000"/>
              </a:lnSpc>
              <a:spcBef>
                <a:spcPts val="800"/>
              </a:spcBef>
              <a:spcAft>
                <a:spcPts val="0"/>
              </a:spcAft>
              <a:buClr>
                <a:schemeClr val="lt1"/>
              </a:buClr>
              <a:buSzPts val="1000"/>
              <a:buNone/>
              <a:defRPr sz="1000"/>
            </a:lvl5pPr>
            <a:lvl6pPr indent="-228600" lvl="5" marL="2743200" algn="l">
              <a:lnSpc>
                <a:spcPct val="90000"/>
              </a:lnSpc>
              <a:spcBef>
                <a:spcPts val="8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174" name="Google Shape;174;p25"/>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25"/>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p25"/>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7" name="Shape 177"/>
        <p:cNvGrpSpPr/>
        <p:nvPr/>
      </p:nvGrpSpPr>
      <p:grpSpPr>
        <a:xfrm>
          <a:off x="0" y="0"/>
          <a:ext cx="0" cy="0"/>
          <a:chOff x="0" y="0"/>
          <a:chExt cx="0" cy="0"/>
        </a:xfrm>
      </p:grpSpPr>
      <p:sp>
        <p:nvSpPr>
          <p:cNvPr id="178" name="Google Shape;178;p26"/>
          <p:cNvSpPr txBox="1"/>
          <p:nvPr>
            <p:ph type="title"/>
          </p:nvPr>
        </p:nvSpPr>
        <p:spPr>
          <a:xfrm>
            <a:off x="550862" y="503906"/>
            <a:ext cx="11090275" cy="1333057"/>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4800"/>
              <a:buFont typeface="Play"/>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p26"/>
          <p:cNvSpPr txBox="1"/>
          <p:nvPr>
            <p:ph idx="1" type="body"/>
          </p:nvPr>
        </p:nvSpPr>
        <p:spPr>
          <a:xfrm rot="5400000">
            <a:off x="4107182" y="-1442457"/>
            <a:ext cx="3978963" cy="110916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0" name="Google Shape;180;p26"/>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6"/>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p26"/>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3" name="Shape 183"/>
        <p:cNvGrpSpPr/>
        <p:nvPr/>
      </p:nvGrpSpPr>
      <p:grpSpPr>
        <a:xfrm>
          <a:off x="0" y="0"/>
          <a:ext cx="0" cy="0"/>
          <a:chOff x="0" y="0"/>
          <a:chExt cx="0" cy="0"/>
        </a:xfrm>
      </p:grpSpPr>
      <p:sp>
        <p:nvSpPr>
          <p:cNvPr id="184" name="Google Shape;184;p27"/>
          <p:cNvSpPr txBox="1"/>
          <p:nvPr>
            <p:ph type="title"/>
          </p:nvPr>
        </p:nvSpPr>
        <p:spPr>
          <a:xfrm rot="5400000">
            <a:off x="7133431" y="1956594"/>
            <a:ext cx="5811838" cy="2628900"/>
          </a:xfrm>
          <a:prstGeom prst="rect">
            <a:avLst/>
          </a:prstGeom>
          <a:noFill/>
          <a:ln>
            <a:noFill/>
          </a:ln>
        </p:spPr>
        <p:txBody>
          <a:bodyPr anchorCtr="0" anchor="t" bIns="0" lIns="0" spcFirstLastPara="1" rIns="0" wrap="square" tIns="0">
            <a:normAutofit/>
          </a:bodyPr>
          <a:lstStyle>
            <a:lvl1pPr lvl="0" algn="l">
              <a:lnSpc>
                <a:spcPct val="9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27"/>
          <p:cNvSpPr txBox="1"/>
          <p:nvPr>
            <p:ph idx="1" type="body"/>
          </p:nvPr>
        </p:nvSpPr>
        <p:spPr>
          <a:xfrm rot="5400000">
            <a:off x="1799431" y="-596106"/>
            <a:ext cx="5811838" cy="7734300"/>
          </a:xfrm>
          <a:prstGeom prst="rect">
            <a:avLst/>
          </a:prstGeom>
          <a:noFill/>
          <a:ln>
            <a:noFill/>
          </a:ln>
        </p:spPr>
        <p:txBody>
          <a:bodyPr anchorCtr="0" anchor="t" bIns="0" lIns="0" spcFirstLastPara="1" rIns="0" wrap="square" tIns="0">
            <a:normAutofit/>
          </a:bodyPr>
          <a:lstStyle>
            <a:lvl1pPr indent="-342900" lvl="0" marL="457200" algn="l">
              <a:lnSpc>
                <a:spcPct val="110000"/>
              </a:lnSpc>
              <a:spcBef>
                <a:spcPts val="1000"/>
              </a:spcBef>
              <a:spcAft>
                <a:spcPts val="0"/>
              </a:spcAft>
              <a:buClr>
                <a:schemeClr val="lt1"/>
              </a:buClr>
              <a:buSzPts val="1800"/>
              <a:buChar char="•"/>
              <a:defRPr/>
            </a:lvl1pPr>
            <a:lvl2pPr indent="-342900" lvl="1" marL="914400" algn="l">
              <a:lnSpc>
                <a:spcPct val="110000"/>
              </a:lnSpc>
              <a:spcBef>
                <a:spcPts val="800"/>
              </a:spcBef>
              <a:spcAft>
                <a:spcPts val="0"/>
              </a:spcAft>
              <a:buClr>
                <a:schemeClr val="lt1"/>
              </a:buClr>
              <a:buSzPts val="1800"/>
              <a:buChar char="•"/>
              <a:defRPr/>
            </a:lvl2pPr>
            <a:lvl3pPr indent="-342900" lvl="2" marL="1371600" algn="l">
              <a:lnSpc>
                <a:spcPct val="110000"/>
              </a:lnSpc>
              <a:spcBef>
                <a:spcPts val="800"/>
              </a:spcBef>
              <a:spcAft>
                <a:spcPts val="0"/>
              </a:spcAft>
              <a:buClr>
                <a:schemeClr val="lt1"/>
              </a:buClr>
              <a:buSzPts val="1800"/>
              <a:buChar char="•"/>
              <a:defRPr/>
            </a:lvl3pPr>
            <a:lvl4pPr indent="-342900" lvl="3" marL="1828800" algn="l">
              <a:lnSpc>
                <a:spcPct val="110000"/>
              </a:lnSpc>
              <a:spcBef>
                <a:spcPts val="800"/>
              </a:spcBef>
              <a:spcAft>
                <a:spcPts val="0"/>
              </a:spcAft>
              <a:buClr>
                <a:schemeClr val="lt1"/>
              </a:buClr>
              <a:buSzPts val="1800"/>
              <a:buChar char="•"/>
              <a:defRPr/>
            </a:lvl4pPr>
            <a:lvl5pPr indent="-342900" lvl="4" marL="2286000" algn="l">
              <a:lnSpc>
                <a:spcPct val="110000"/>
              </a:lnSpc>
              <a:spcBef>
                <a:spcPts val="800"/>
              </a:spcBef>
              <a:spcAft>
                <a:spcPts val="0"/>
              </a:spcAft>
              <a:buClr>
                <a:schemeClr val="lt1"/>
              </a:buClr>
              <a:buSzPts val="1800"/>
              <a:buChar char="•"/>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6" name="Google Shape;186;p27"/>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7"/>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27"/>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189" name="Shape 189"/>
        <p:cNvGrpSpPr/>
        <p:nvPr/>
      </p:nvGrpSpPr>
      <p:grpSpPr>
        <a:xfrm>
          <a:off x="0" y="0"/>
          <a:ext cx="0" cy="0"/>
          <a:chOff x="0" y="0"/>
          <a:chExt cx="0" cy="0"/>
        </a:xfrm>
      </p:grpSpPr>
      <p:grpSp>
        <p:nvGrpSpPr>
          <p:cNvPr id="190" name="Google Shape;190;p28"/>
          <p:cNvGrpSpPr/>
          <p:nvPr/>
        </p:nvGrpSpPr>
        <p:grpSpPr>
          <a:xfrm>
            <a:off x="363888" y="5322560"/>
            <a:ext cx="1030305" cy="1030305"/>
            <a:chOff x="10240859" y="1436639"/>
            <a:chExt cx="1030305" cy="1030305"/>
          </a:xfrm>
        </p:grpSpPr>
        <p:sp>
          <p:nvSpPr>
            <p:cNvPr id="191" name="Google Shape;191;p28"/>
            <p:cNvSpPr/>
            <p:nvPr/>
          </p:nvSpPr>
          <p:spPr>
            <a:xfrm rot="-8100000">
              <a:off x="10268976" y="1743588"/>
              <a:ext cx="926985" cy="46349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2" name="Google Shape;192;p28"/>
            <p:cNvSpPr/>
            <p:nvPr/>
          </p:nvSpPr>
          <p:spPr>
            <a:xfrm rot="-2700000">
              <a:off x="11115555" y="1939340"/>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3" name="Google Shape;193;p28"/>
            <p:cNvSpPr/>
            <p:nvPr/>
          </p:nvSpPr>
          <p:spPr>
            <a:xfrm rot="-2700000">
              <a:off x="10625042" y="1448827"/>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194" name="Google Shape;194;p28"/>
            <p:cNvSpPr/>
            <p:nvPr/>
          </p:nvSpPr>
          <p:spPr>
            <a:xfrm rot="-8100000">
              <a:off x="10292519" y="1686748"/>
              <a:ext cx="926985" cy="530086"/>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195" name="Google Shape;195;p28"/>
          <p:cNvSpPr txBox="1"/>
          <p:nvPr>
            <p:ph type="title"/>
          </p:nvPr>
        </p:nvSpPr>
        <p:spPr>
          <a:xfrm>
            <a:off x="550863" y="483924"/>
            <a:ext cx="11090275" cy="1684059"/>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6" name="Google Shape;196;p28"/>
          <p:cNvSpPr txBox="1"/>
          <p:nvPr>
            <p:ph idx="1" type="body"/>
          </p:nvPr>
        </p:nvSpPr>
        <p:spPr>
          <a:xfrm>
            <a:off x="550863" y="2419350"/>
            <a:ext cx="11090274" cy="3913188"/>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04800" lvl="1" marL="914400" algn="l">
              <a:lnSpc>
                <a:spcPct val="110000"/>
              </a:lnSpc>
              <a:spcBef>
                <a:spcPts val="800"/>
              </a:spcBef>
              <a:spcAft>
                <a:spcPts val="0"/>
              </a:spcAft>
              <a:buClr>
                <a:schemeClr val="lt1"/>
              </a:buClr>
              <a:buSzPts val="1200"/>
              <a:buChar char="•"/>
              <a:defRPr sz="1200">
                <a:solidFill>
                  <a:schemeClr val="lt1"/>
                </a:solidFill>
              </a:defRPr>
            </a:lvl2pPr>
            <a:lvl3pPr indent="-304800" lvl="2" marL="1371600" algn="l">
              <a:lnSpc>
                <a:spcPct val="110000"/>
              </a:lnSpc>
              <a:spcBef>
                <a:spcPts val="800"/>
              </a:spcBef>
              <a:spcAft>
                <a:spcPts val="0"/>
              </a:spcAft>
              <a:buClr>
                <a:schemeClr val="lt1"/>
              </a:buClr>
              <a:buSzPts val="1200"/>
              <a:buChar char="•"/>
              <a:defRPr sz="1200">
                <a:solidFill>
                  <a:schemeClr val="lt1"/>
                </a:solidFill>
              </a:defRPr>
            </a:lvl3pPr>
            <a:lvl4pPr indent="-304800" lvl="3" marL="1828800" algn="l">
              <a:lnSpc>
                <a:spcPct val="110000"/>
              </a:lnSpc>
              <a:spcBef>
                <a:spcPts val="800"/>
              </a:spcBef>
              <a:spcAft>
                <a:spcPts val="0"/>
              </a:spcAft>
              <a:buClr>
                <a:schemeClr val="lt1"/>
              </a:buClr>
              <a:buSzPts val="1200"/>
              <a:buChar char="•"/>
              <a:defRPr sz="1200">
                <a:solidFill>
                  <a:schemeClr val="lt1"/>
                </a:solidFill>
              </a:defRPr>
            </a:lvl4pPr>
            <a:lvl5pPr indent="-304800" lvl="4" marL="2286000" algn="l">
              <a:lnSpc>
                <a:spcPct val="110000"/>
              </a:lnSpc>
              <a:spcBef>
                <a:spcPts val="800"/>
              </a:spcBef>
              <a:spcAft>
                <a:spcPts val="0"/>
              </a:spcAft>
              <a:buClr>
                <a:schemeClr val="lt1"/>
              </a:buClr>
              <a:buSzPts val="1200"/>
              <a:buChar char="•"/>
              <a:defRPr sz="12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7" name="Google Shape;197;p28"/>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28"/>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28"/>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grpSp>
        <p:nvGrpSpPr>
          <p:cNvPr id="200" name="Google Shape;200;p28"/>
          <p:cNvGrpSpPr/>
          <p:nvPr/>
        </p:nvGrpSpPr>
        <p:grpSpPr>
          <a:xfrm>
            <a:off x="8896749" y="1383159"/>
            <a:ext cx="897877" cy="934082"/>
            <a:chOff x="5129684" y="1232940"/>
            <a:chExt cx="897877" cy="934082"/>
          </a:xfrm>
        </p:grpSpPr>
        <p:sp>
          <p:nvSpPr>
            <p:cNvPr id="201" name="Google Shape;201;p28"/>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2" name="Google Shape;202;p28"/>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3" name="Google Shape;203;p28"/>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04" name="Google Shape;204;p28"/>
          <p:cNvSpPr/>
          <p:nvPr/>
        </p:nvSpPr>
        <p:spPr>
          <a:xfrm>
            <a:off x="10168304" y="385236"/>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205" name="Google Shape;205;p28"/>
          <p:cNvGrpSpPr/>
          <p:nvPr/>
        </p:nvGrpSpPr>
        <p:grpSpPr>
          <a:xfrm flipH="1">
            <a:off x="8925426" y="2736835"/>
            <a:ext cx="3990589" cy="4054324"/>
            <a:chOff x="4285509" y="2736835"/>
            <a:chExt cx="3990589" cy="4054324"/>
          </a:xfrm>
        </p:grpSpPr>
        <p:sp>
          <p:nvSpPr>
            <p:cNvPr id="206" name="Google Shape;206;p28"/>
            <p:cNvSpPr/>
            <p:nvPr/>
          </p:nvSpPr>
          <p:spPr>
            <a:xfrm flipH="1" rot="8100000">
              <a:off x="4602175" y="3958416"/>
              <a:ext cx="3536330" cy="1853969"/>
            </a:xfrm>
            <a:custGeom>
              <a:rect b="b" l="l" r="r" t="t"/>
              <a:pathLst>
                <a:path extrusionOk="0" h="1853969" w="3536330">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207" name="Google Shape;207;p28"/>
            <p:cNvGrpSpPr/>
            <p:nvPr/>
          </p:nvGrpSpPr>
          <p:grpSpPr>
            <a:xfrm>
              <a:off x="4285509" y="2736835"/>
              <a:ext cx="3990588" cy="3990588"/>
              <a:chOff x="-737095" y="2736835"/>
              <a:chExt cx="3990588" cy="3990588"/>
            </a:xfrm>
          </p:grpSpPr>
          <p:sp>
            <p:nvSpPr>
              <p:cNvPr id="208" name="Google Shape;208;p28"/>
              <p:cNvSpPr/>
              <p:nvPr/>
            </p:nvSpPr>
            <p:spPr>
              <a:xfrm flipH="1" rot="8100000">
                <a:off x="-481151" y="3649708"/>
                <a:ext cx="3478701" cy="2164843"/>
              </a:xfrm>
              <a:custGeom>
                <a:rect b="b" l="l" r="r" t="t"/>
                <a:pathLst>
                  <a:path extrusionOk="0" h="2164843" w="3478701">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09" name="Google Shape;209;p28"/>
              <p:cNvSpPr/>
              <p:nvPr/>
            </p:nvSpPr>
            <p:spPr>
              <a:xfrm flipH="1" rot="2700000">
                <a:off x="1512277" y="2840042"/>
                <a:ext cx="214196" cy="933178"/>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grpSp>
      <p:grpSp>
        <p:nvGrpSpPr>
          <p:cNvPr id="210" name="Google Shape;210;p28"/>
          <p:cNvGrpSpPr/>
          <p:nvPr/>
        </p:nvGrpSpPr>
        <p:grpSpPr>
          <a:xfrm>
            <a:off x="5657788" y="3903772"/>
            <a:ext cx="1656714" cy="1656714"/>
            <a:chOff x="10112258" y="2147095"/>
            <a:chExt cx="1656714" cy="1656714"/>
          </a:xfrm>
        </p:grpSpPr>
        <p:sp>
          <p:nvSpPr>
            <p:cNvPr id="211" name="Google Shape;211;p28"/>
            <p:cNvSpPr/>
            <p:nvPr/>
          </p:nvSpPr>
          <p:spPr>
            <a:xfrm rot="8100000">
              <a:off x="10400615" y="234397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3B3666"/>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2" name="Google Shape;212;p28"/>
            <p:cNvSpPr/>
            <p:nvPr/>
          </p:nvSpPr>
          <p:spPr>
            <a:xfrm rot="-8100000">
              <a:off x="10415015" y="2179851"/>
              <a:ext cx="540000" cy="1080000"/>
            </a:xfrm>
            <a:prstGeom prst="ellipse">
              <a:avLst/>
            </a:prstGeom>
            <a:gradFill>
              <a:gsLst>
                <a:gs pos="0">
                  <a:srgbClr val="453E75">
                    <a:alpha val="32941"/>
                  </a:srgbClr>
                </a:gs>
                <a:gs pos="100000">
                  <a:srgbClr val="59EFC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 picture">
  <p:cSld name="Title + subtitle + picture">
    <p:spTree>
      <p:nvGrpSpPr>
        <p:cNvPr id="213" name="Shape 213"/>
        <p:cNvGrpSpPr/>
        <p:nvPr/>
      </p:nvGrpSpPr>
      <p:grpSpPr>
        <a:xfrm>
          <a:off x="0" y="0"/>
          <a:ext cx="0" cy="0"/>
          <a:chOff x="0" y="0"/>
          <a:chExt cx="0" cy="0"/>
        </a:xfrm>
      </p:grpSpPr>
      <p:sp>
        <p:nvSpPr>
          <p:cNvPr id="214" name="Google Shape;214;p29"/>
          <p:cNvSpPr txBox="1"/>
          <p:nvPr>
            <p:ph type="ctrTitle"/>
          </p:nvPr>
        </p:nvSpPr>
        <p:spPr>
          <a:xfrm>
            <a:off x="550863" y="196900"/>
            <a:ext cx="4159160" cy="3155900"/>
          </a:xfrm>
          <a:prstGeom prst="rect">
            <a:avLst/>
          </a:prstGeom>
          <a:noFill/>
          <a:ln>
            <a:noFill/>
          </a:ln>
        </p:spPr>
        <p:txBody>
          <a:bodyPr anchorCtr="0" anchor="b" bIns="0" lIns="91425" spcFirstLastPara="1" rIns="0" wrap="square" tIns="0">
            <a:noAutofit/>
          </a:bodyPr>
          <a:lstStyle>
            <a:lvl1pPr lvl="0" algn="l">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29"/>
          <p:cNvSpPr txBox="1"/>
          <p:nvPr>
            <p:ph idx="1" type="subTitle"/>
          </p:nvPr>
        </p:nvSpPr>
        <p:spPr>
          <a:xfrm>
            <a:off x="547271" y="3505200"/>
            <a:ext cx="4159160" cy="2352356"/>
          </a:xfrm>
          <a:prstGeom prst="rect">
            <a:avLst/>
          </a:prstGeom>
          <a:noFill/>
          <a:ln>
            <a:noFill/>
          </a:ln>
        </p:spPr>
        <p:txBody>
          <a:bodyPr anchorCtr="0" anchor="t" bIns="0" lIns="91425" spcFirstLastPara="1" rIns="91425" wrap="square" tIns="0">
            <a:noAutofit/>
          </a:bodyPr>
          <a:lstStyle>
            <a:lvl1pPr lvl="0" algn="l">
              <a:lnSpc>
                <a:spcPct val="100000"/>
              </a:lnSpc>
              <a:spcBef>
                <a:spcPts val="1000"/>
              </a:spcBef>
              <a:spcAft>
                <a:spcPts val="0"/>
              </a:spcAft>
              <a:buClr>
                <a:schemeClr val="lt1"/>
              </a:buClr>
              <a:buSzPts val="2400"/>
              <a:buFont typeface="Arial"/>
              <a:buNone/>
              <a:defRPr sz="2400">
                <a:solidFill>
                  <a:schemeClr val="lt1"/>
                </a:solidFill>
              </a:defRPr>
            </a:lvl1pPr>
            <a:lvl2pPr lvl="1" algn="ctr">
              <a:lnSpc>
                <a:spcPct val="110000"/>
              </a:lnSpc>
              <a:spcBef>
                <a:spcPts val="500"/>
              </a:spcBef>
              <a:spcAft>
                <a:spcPts val="0"/>
              </a:spcAft>
              <a:buClr>
                <a:schemeClr val="lt1"/>
              </a:buClr>
              <a:buSzPts val="2000"/>
              <a:buNone/>
              <a:defRPr sz="2000"/>
            </a:lvl2pPr>
            <a:lvl3pPr lvl="2" algn="ctr">
              <a:lnSpc>
                <a:spcPct val="110000"/>
              </a:lnSpc>
              <a:spcBef>
                <a:spcPts val="800"/>
              </a:spcBef>
              <a:spcAft>
                <a:spcPts val="0"/>
              </a:spcAft>
              <a:buClr>
                <a:schemeClr val="lt1"/>
              </a:buClr>
              <a:buSzPts val="1800"/>
              <a:buNone/>
              <a:defRPr sz="1800"/>
            </a:lvl3pPr>
            <a:lvl4pPr lvl="3" algn="ctr">
              <a:lnSpc>
                <a:spcPct val="110000"/>
              </a:lnSpc>
              <a:spcBef>
                <a:spcPts val="800"/>
              </a:spcBef>
              <a:spcAft>
                <a:spcPts val="0"/>
              </a:spcAft>
              <a:buClr>
                <a:schemeClr val="lt1"/>
              </a:buClr>
              <a:buSzPts val="1600"/>
              <a:buNone/>
              <a:defRPr sz="1600"/>
            </a:lvl4pPr>
            <a:lvl5pPr lvl="4" algn="ctr">
              <a:lnSpc>
                <a:spcPct val="110000"/>
              </a:lnSpc>
              <a:spcBef>
                <a:spcPts val="800"/>
              </a:spcBef>
              <a:spcAft>
                <a:spcPts val="0"/>
              </a:spcAft>
              <a:buClr>
                <a:schemeClr val="lt1"/>
              </a:buClr>
              <a:buSzPts val="1600"/>
              <a:buNone/>
              <a:defRPr sz="1600"/>
            </a:lvl5pPr>
            <a:lvl6pPr lvl="5" algn="ctr">
              <a:lnSpc>
                <a:spcPct val="90000"/>
              </a:lnSpc>
              <a:spcBef>
                <a:spcPts val="8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16" name="Google Shape;216;p29"/>
          <p:cNvSpPr/>
          <p:nvPr/>
        </p:nvSpPr>
        <p:spPr>
          <a:xfrm>
            <a:off x="5668780" y="5059009"/>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217" name="Google Shape;217;p29"/>
          <p:cNvGrpSpPr/>
          <p:nvPr/>
        </p:nvGrpSpPr>
        <p:grpSpPr>
          <a:xfrm>
            <a:off x="10708081" y="4012605"/>
            <a:ext cx="897877" cy="934082"/>
            <a:chOff x="5129684" y="1232940"/>
            <a:chExt cx="897877" cy="934082"/>
          </a:xfrm>
        </p:grpSpPr>
        <p:sp>
          <p:nvSpPr>
            <p:cNvPr id="218" name="Google Shape;218;p29"/>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19" name="Google Shape;219;p29"/>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20" name="Google Shape;220;p29"/>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21" name="Google Shape;221;p29"/>
          <p:cNvSpPr/>
          <p:nvPr>
            <p:ph idx="2" type="pic"/>
          </p:nvPr>
        </p:nvSpPr>
        <p:spPr>
          <a:xfrm>
            <a:off x="5678049" y="788713"/>
            <a:ext cx="5132388" cy="5132388"/>
          </a:xfrm>
          <a:prstGeom prst="rect">
            <a:avLst/>
          </a:prstGeom>
          <a:solidFill>
            <a:schemeClr val="accent5"/>
          </a:solidFill>
          <a:ln>
            <a:noFill/>
          </a:ln>
        </p:spPr>
      </p:sp>
      <p:sp>
        <p:nvSpPr>
          <p:cNvPr id="222" name="Google Shape;222;p29"/>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29"/>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29"/>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subtitle">
  <p:cSld name="Title + subtitle">
    <p:spTree>
      <p:nvGrpSpPr>
        <p:cNvPr id="225" name="Shape 225"/>
        <p:cNvGrpSpPr/>
        <p:nvPr/>
      </p:nvGrpSpPr>
      <p:grpSpPr>
        <a:xfrm>
          <a:off x="0" y="0"/>
          <a:ext cx="0" cy="0"/>
          <a:chOff x="0" y="0"/>
          <a:chExt cx="0" cy="0"/>
        </a:xfrm>
      </p:grpSpPr>
      <p:sp>
        <p:nvSpPr>
          <p:cNvPr id="226" name="Google Shape;226;p30"/>
          <p:cNvSpPr/>
          <p:nvPr>
            <p:ph idx="2" type="pic"/>
          </p:nvPr>
        </p:nvSpPr>
        <p:spPr>
          <a:xfrm>
            <a:off x="0" y="0"/>
            <a:ext cx="12192000" cy="6858000"/>
          </a:xfrm>
          <a:prstGeom prst="rect">
            <a:avLst/>
          </a:prstGeom>
          <a:noFill/>
          <a:ln>
            <a:noFill/>
          </a:ln>
        </p:spPr>
      </p:sp>
      <p:sp>
        <p:nvSpPr>
          <p:cNvPr id="227" name="Google Shape;227;p30"/>
          <p:cNvSpPr txBox="1"/>
          <p:nvPr>
            <p:ph type="ctrTitle"/>
          </p:nvPr>
        </p:nvSpPr>
        <p:spPr>
          <a:xfrm>
            <a:off x="1524000" y="1376680"/>
            <a:ext cx="9144000" cy="2286000"/>
          </a:xfrm>
          <a:prstGeom prst="rect">
            <a:avLst/>
          </a:prstGeom>
          <a:noFill/>
          <a:ln>
            <a:noFill/>
          </a:ln>
        </p:spPr>
        <p:txBody>
          <a:bodyPr anchorCtr="0" anchor="b" bIns="0" lIns="0" spcFirstLastPara="1" rIns="0" wrap="square" tIns="0">
            <a:noAutofit/>
          </a:bodyPr>
          <a:lstStyle>
            <a:lvl1pPr lvl="0" algn="ctr">
              <a:lnSpc>
                <a:spcPct val="90000"/>
              </a:lnSpc>
              <a:spcBef>
                <a:spcPts val="0"/>
              </a:spcBef>
              <a:spcAft>
                <a:spcPts val="0"/>
              </a:spcAft>
              <a:buClr>
                <a:schemeClr val="lt1"/>
              </a:buClr>
              <a:buSzPts val="5400"/>
              <a:buFont typeface="Play"/>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30"/>
          <p:cNvSpPr txBox="1"/>
          <p:nvPr>
            <p:ph idx="1" type="subTitle"/>
          </p:nvPr>
        </p:nvSpPr>
        <p:spPr>
          <a:xfrm>
            <a:off x="1524000" y="3799840"/>
            <a:ext cx="9144000" cy="2286000"/>
          </a:xfrm>
          <a:prstGeom prst="rect">
            <a:avLst/>
          </a:prstGeom>
          <a:noFill/>
          <a:ln>
            <a:noFill/>
          </a:ln>
        </p:spPr>
        <p:txBody>
          <a:bodyPr anchorCtr="0" anchor="t" bIns="0" lIns="0" spcFirstLastPara="1" rIns="0" wrap="square" tIns="0">
            <a:noAutofit/>
          </a:bodyPr>
          <a:lstStyle>
            <a:lvl1pPr lvl="0" algn="ctr">
              <a:lnSpc>
                <a:spcPct val="110000"/>
              </a:lnSpc>
              <a:spcBef>
                <a:spcPts val="1000"/>
              </a:spcBef>
              <a:spcAft>
                <a:spcPts val="0"/>
              </a:spcAft>
              <a:buClr>
                <a:schemeClr val="lt1"/>
              </a:buClr>
              <a:buSzPts val="1800"/>
              <a:buNone/>
              <a:defRPr sz="1800">
                <a:solidFill>
                  <a:schemeClr val="lt1"/>
                </a:solidFill>
              </a:defRPr>
            </a:lvl1pPr>
            <a:lvl2pPr lvl="1" algn="ctr">
              <a:lnSpc>
                <a:spcPct val="110000"/>
              </a:lnSpc>
              <a:spcBef>
                <a:spcPts val="800"/>
              </a:spcBef>
              <a:spcAft>
                <a:spcPts val="0"/>
              </a:spcAft>
              <a:buClr>
                <a:schemeClr val="lt1"/>
              </a:buClr>
              <a:buSzPts val="2000"/>
              <a:buNone/>
              <a:defRPr sz="2000"/>
            </a:lvl2pPr>
            <a:lvl3pPr lvl="2" algn="ctr">
              <a:lnSpc>
                <a:spcPct val="110000"/>
              </a:lnSpc>
              <a:spcBef>
                <a:spcPts val="800"/>
              </a:spcBef>
              <a:spcAft>
                <a:spcPts val="0"/>
              </a:spcAft>
              <a:buClr>
                <a:schemeClr val="lt1"/>
              </a:buClr>
              <a:buSzPts val="1800"/>
              <a:buNone/>
              <a:defRPr sz="1800"/>
            </a:lvl3pPr>
            <a:lvl4pPr lvl="3" algn="ctr">
              <a:lnSpc>
                <a:spcPct val="110000"/>
              </a:lnSpc>
              <a:spcBef>
                <a:spcPts val="800"/>
              </a:spcBef>
              <a:spcAft>
                <a:spcPts val="0"/>
              </a:spcAft>
              <a:buClr>
                <a:schemeClr val="lt1"/>
              </a:buClr>
              <a:buSzPts val="1600"/>
              <a:buNone/>
              <a:defRPr sz="1600"/>
            </a:lvl4pPr>
            <a:lvl5pPr lvl="4" algn="ctr">
              <a:lnSpc>
                <a:spcPct val="110000"/>
              </a:lnSpc>
              <a:spcBef>
                <a:spcPts val="800"/>
              </a:spcBef>
              <a:spcAft>
                <a:spcPts val="0"/>
              </a:spcAft>
              <a:buClr>
                <a:schemeClr val="lt1"/>
              </a:buClr>
              <a:buSzPts val="1600"/>
              <a:buNone/>
              <a:defRPr sz="1600"/>
            </a:lvl5pPr>
            <a:lvl6pPr lvl="5" algn="ctr">
              <a:lnSpc>
                <a:spcPct val="90000"/>
              </a:lnSpc>
              <a:spcBef>
                <a:spcPts val="8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229" name="Google Shape;229;p30"/>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30"/>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0"/>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 table">
  <p:cSld name="Content + table">
    <p:spTree>
      <p:nvGrpSpPr>
        <p:cNvPr id="232" name="Shape 232"/>
        <p:cNvGrpSpPr/>
        <p:nvPr/>
      </p:nvGrpSpPr>
      <p:grpSpPr>
        <a:xfrm>
          <a:off x="0" y="0"/>
          <a:ext cx="0" cy="0"/>
          <a:chOff x="0" y="0"/>
          <a:chExt cx="0" cy="0"/>
        </a:xfrm>
      </p:grpSpPr>
      <p:sp>
        <p:nvSpPr>
          <p:cNvPr id="233" name="Google Shape;233;p31"/>
          <p:cNvSpPr txBox="1"/>
          <p:nvPr>
            <p:ph type="title"/>
          </p:nvPr>
        </p:nvSpPr>
        <p:spPr>
          <a:xfrm>
            <a:off x="550863" y="550801"/>
            <a:ext cx="11090275" cy="123736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4" name="Google Shape;234;p31"/>
          <p:cNvSpPr txBox="1"/>
          <p:nvPr>
            <p:ph idx="1" type="body"/>
          </p:nvPr>
        </p:nvSpPr>
        <p:spPr>
          <a:xfrm>
            <a:off x="553720" y="1917065"/>
            <a:ext cx="2921000" cy="429768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04800" lvl="1" marL="914400" algn="l">
              <a:lnSpc>
                <a:spcPct val="110000"/>
              </a:lnSpc>
              <a:spcBef>
                <a:spcPts val="800"/>
              </a:spcBef>
              <a:spcAft>
                <a:spcPts val="0"/>
              </a:spcAft>
              <a:buClr>
                <a:schemeClr val="lt1"/>
              </a:buClr>
              <a:buSzPts val="1200"/>
              <a:buChar char="•"/>
              <a:defRPr sz="1200">
                <a:solidFill>
                  <a:schemeClr val="lt1"/>
                </a:solidFill>
              </a:defRPr>
            </a:lvl2pPr>
            <a:lvl3pPr indent="-304800" lvl="2" marL="1371600" algn="l">
              <a:lnSpc>
                <a:spcPct val="110000"/>
              </a:lnSpc>
              <a:spcBef>
                <a:spcPts val="800"/>
              </a:spcBef>
              <a:spcAft>
                <a:spcPts val="0"/>
              </a:spcAft>
              <a:buClr>
                <a:schemeClr val="lt1"/>
              </a:buClr>
              <a:buSzPts val="1200"/>
              <a:buChar char="•"/>
              <a:defRPr sz="1200">
                <a:solidFill>
                  <a:schemeClr val="lt1"/>
                </a:solidFill>
              </a:defRPr>
            </a:lvl3pPr>
            <a:lvl4pPr indent="-304800" lvl="3" marL="1828800" algn="l">
              <a:lnSpc>
                <a:spcPct val="110000"/>
              </a:lnSpc>
              <a:spcBef>
                <a:spcPts val="800"/>
              </a:spcBef>
              <a:spcAft>
                <a:spcPts val="0"/>
              </a:spcAft>
              <a:buClr>
                <a:schemeClr val="lt1"/>
              </a:buClr>
              <a:buSzPts val="1200"/>
              <a:buChar char="•"/>
              <a:defRPr sz="1200">
                <a:solidFill>
                  <a:schemeClr val="lt1"/>
                </a:solidFill>
              </a:defRPr>
            </a:lvl4pPr>
            <a:lvl5pPr indent="-304800" lvl="4" marL="2286000" algn="l">
              <a:lnSpc>
                <a:spcPct val="110000"/>
              </a:lnSpc>
              <a:spcBef>
                <a:spcPts val="800"/>
              </a:spcBef>
              <a:spcAft>
                <a:spcPts val="0"/>
              </a:spcAft>
              <a:buClr>
                <a:schemeClr val="lt1"/>
              </a:buClr>
              <a:buSzPts val="1200"/>
              <a:buChar char="•"/>
              <a:defRPr sz="12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5" name="Google Shape;235;p31"/>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6" name="Google Shape;236;p31"/>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7" name="Google Shape;237;p31"/>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238" name="Shape 238"/>
        <p:cNvGrpSpPr/>
        <p:nvPr/>
      </p:nvGrpSpPr>
      <p:grpSpPr>
        <a:xfrm>
          <a:off x="0" y="0"/>
          <a:ext cx="0" cy="0"/>
          <a:chOff x="0" y="0"/>
          <a:chExt cx="0" cy="0"/>
        </a:xfrm>
      </p:grpSpPr>
      <p:sp>
        <p:nvSpPr>
          <p:cNvPr id="239" name="Google Shape;239;p32"/>
          <p:cNvSpPr/>
          <p:nvPr/>
        </p:nvSpPr>
        <p:spPr>
          <a:xfrm>
            <a:off x="11069864" y="33337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0" name="Google Shape;240;p32"/>
          <p:cNvSpPr txBox="1"/>
          <p:nvPr>
            <p:ph type="title"/>
          </p:nvPr>
        </p:nvSpPr>
        <p:spPr>
          <a:xfrm>
            <a:off x="550863" y="488315"/>
            <a:ext cx="11090274" cy="1332000"/>
          </a:xfrm>
          <a:prstGeom prst="rect">
            <a:avLst/>
          </a:prstGeom>
          <a:noFill/>
          <a:ln>
            <a:noFill/>
          </a:ln>
        </p:spPr>
        <p:txBody>
          <a:bodyPr anchorCtr="0" anchor="t" bIns="0" lIns="0" spcFirstLastPara="1" rIns="0" wrap="square" tIns="0">
            <a:normAutofit/>
          </a:bodyPr>
          <a:lstStyle>
            <a:lvl1pPr lvl="0" algn="l">
              <a:lnSpc>
                <a:spcPct val="10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41" name="Google Shape;241;p32"/>
          <p:cNvGrpSpPr/>
          <p:nvPr/>
        </p:nvGrpSpPr>
        <p:grpSpPr>
          <a:xfrm>
            <a:off x="10346504" y="1833152"/>
            <a:ext cx="1656714" cy="1656714"/>
            <a:chOff x="10112258" y="2147095"/>
            <a:chExt cx="1656714" cy="1656714"/>
          </a:xfrm>
        </p:grpSpPr>
        <p:sp>
          <p:nvSpPr>
            <p:cNvPr id="242" name="Google Shape;242;p32"/>
            <p:cNvSpPr/>
            <p:nvPr/>
          </p:nvSpPr>
          <p:spPr>
            <a:xfrm rot="8100000">
              <a:off x="10400615" y="234397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3B3666"/>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3" name="Google Shape;243;p32"/>
            <p:cNvSpPr/>
            <p:nvPr/>
          </p:nvSpPr>
          <p:spPr>
            <a:xfrm rot="-8100000">
              <a:off x="10415015" y="2179851"/>
              <a:ext cx="540000" cy="1080000"/>
            </a:xfrm>
            <a:prstGeom prst="ellipse">
              <a:avLst/>
            </a:prstGeom>
            <a:gradFill>
              <a:gsLst>
                <a:gs pos="0">
                  <a:srgbClr val="453E75">
                    <a:alpha val="32941"/>
                  </a:srgbClr>
                </a:gs>
                <a:gs pos="100000">
                  <a:srgbClr val="59EFC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44" name="Google Shape;244;p32"/>
          <p:cNvSpPr/>
          <p:nvPr/>
        </p:nvSpPr>
        <p:spPr>
          <a:xfrm>
            <a:off x="4295775" y="0"/>
            <a:ext cx="360000" cy="274638"/>
          </a:xfrm>
          <a:custGeom>
            <a:rect b="b" l="l" r="r" t="t"/>
            <a:pathLst>
              <a:path extrusionOk="0" h="274638" w="360000">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245" name="Google Shape;245;p32"/>
          <p:cNvGrpSpPr/>
          <p:nvPr/>
        </p:nvGrpSpPr>
        <p:grpSpPr>
          <a:xfrm>
            <a:off x="233344" y="5384019"/>
            <a:ext cx="828357" cy="828357"/>
            <a:chOff x="2895711" y="1234487"/>
            <a:chExt cx="828357" cy="828357"/>
          </a:xfrm>
        </p:grpSpPr>
        <p:sp>
          <p:nvSpPr>
            <p:cNvPr id="246" name="Google Shape;246;p32"/>
            <p:cNvSpPr/>
            <p:nvPr/>
          </p:nvSpPr>
          <p:spPr>
            <a:xfrm rot="2700000">
              <a:off x="3039890" y="1332929"/>
              <a:ext cx="540000" cy="631474"/>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47" name="Google Shape;247;p32"/>
            <p:cNvSpPr/>
            <p:nvPr/>
          </p:nvSpPr>
          <p:spPr>
            <a:xfrm rot="8100000">
              <a:off x="3047090" y="1506466"/>
              <a:ext cx="270000" cy="54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48" name="Google Shape;248;p32"/>
          <p:cNvSpPr txBox="1"/>
          <p:nvPr>
            <p:ph idx="1" type="body"/>
          </p:nvPr>
        </p:nvSpPr>
        <p:spPr>
          <a:xfrm>
            <a:off x="550862" y="1965095"/>
            <a:ext cx="5435600" cy="399565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42900" lvl="1" marL="914400" algn="l">
              <a:lnSpc>
                <a:spcPct val="110000"/>
              </a:lnSpc>
              <a:spcBef>
                <a:spcPts val="800"/>
              </a:spcBef>
              <a:spcAft>
                <a:spcPts val="0"/>
              </a:spcAft>
              <a:buClr>
                <a:schemeClr val="lt1"/>
              </a:buClr>
              <a:buSzPts val="1800"/>
              <a:buChar char="•"/>
              <a:defRPr sz="1800">
                <a:solidFill>
                  <a:schemeClr val="lt1"/>
                </a:solidFill>
              </a:defRPr>
            </a:lvl2pPr>
            <a:lvl3pPr indent="-342900" lvl="2" marL="1371600" algn="l">
              <a:lnSpc>
                <a:spcPct val="110000"/>
              </a:lnSpc>
              <a:spcBef>
                <a:spcPts val="800"/>
              </a:spcBef>
              <a:spcAft>
                <a:spcPts val="0"/>
              </a:spcAft>
              <a:buClr>
                <a:schemeClr val="lt1"/>
              </a:buClr>
              <a:buSzPts val="1800"/>
              <a:buChar char="•"/>
              <a:defRPr sz="1800">
                <a:solidFill>
                  <a:schemeClr val="lt1"/>
                </a:solidFill>
              </a:defRPr>
            </a:lvl3pPr>
            <a:lvl4pPr indent="-342900" lvl="3" marL="1828800" algn="l">
              <a:lnSpc>
                <a:spcPct val="110000"/>
              </a:lnSpc>
              <a:spcBef>
                <a:spcPts val="800"/>
              </a:spcBef>
              <a:spcAft>
                <a:spcPts val="0"/>
              </a:spcAft>
              <a:buClr>
                <a:schemeClr val="lt1"/>
              </a:buClr>
              <a:buSzPts val="1800"/>
              <a:buChar char="•"/>
              <a:defRPr sz="1800">
                <a:solidFill>
                  <a:schemeClr val="lt1"/>
                </a:solidFill>
              </a:defRPr>
            </a:lvl4pPr>
            <a:lvl5pPr indent="-342900" lvl="4" marL="2286000" algn="l">
              <a:lnSpc>
                <a:spcPct val="110000"/>
              </a:lnSpc>
              <a:spcBef>
                <a:spcPts val="800"/>
              </a:spcBef>
              <a:spcAft>
                <a:spcPts val="0"/>
              </a:spcAft>
              <a:buClr>
                <a:schemeClr val="lt1"/>
              </a:buClr>
              <a:buSzPts val="1800"/>
              <a:buChar char="•"/>
              <a:defRPr sz="18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9" name="Google Shape;249;p32"/>
          <p:cNvSpPr txBox="1"/>
          <p:nvPr>
            <p:ph idx="2" type="body"/>
          </p:nvPr>
        </p:nvSpPr>
        <p:spPr>
          <a:xfrm>
            <a:off x="6301305" y="1965095"/>
            <a:ext cx="5339397" cy="3995650"/>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42900" lvl="1" marL="914400" algn="l">
              <a:lnSpc>
                <a:spcPct val="110000"/>
              </a:lnSpc>
              <a:spcBef>
                <a:spcPts val="800"/>
              </a:spcBef>
              <a:spcAft>
                <a:spcPts val="0"/>
              </a:spcAft>
              <a:buClr>
                <a:schemeClr val="lt1"/>
              </a:buClr>
              <a:buSzPts val="1800"/>
              <a:buChar char="•"/>
              <a:defRPr sz="1800">
                <a:solidFill>
                  <a:schemeClr val="lt1"/>
                </a:solidFill>
              </a:defRPr>
            </a:lvl2pPr>
            <a:lvl3pPr indent="-342900" lvl="2" marL="1371600" algn="l">
              <a:lnSpc>
                <a:spcPct val="110000"/>
              </a:lnSpc>
              <a:spcBef>
                <a:spcPts val="800"/>
              </a:spcBef>
              <a:spcAft>
                <a:spcPts val="0"/>
              </a:spcAft>
              <a:buClr>
                <a:schemeClr val="lt1"/>
              </a:buClr>
              <a:buSzPts val="1800"/>
              <a:buChar char="•"/>
              <a:defRPr sz="1800">
                <a:solidFill>
                  <a:schemeClr val="lt1"/>
                </a:solidFill>
              </a:defRPr>
            </a:lvl3pPr>
            <a:lvl4pPr indent="-342900" lvl="3" marL="1828800" algn="l">
              <a:lnSpc>
                <a:spcPct val="110000"/>
              </a:lnSpc>
              <a:spcBef>
                <a:spcPts val="800"/>
              </a:spcBef>
              <a:spcAft>
                <a:spcPts val="0"/>
              </a:spcAft>
              <a:buClr>
                <a:schemeClr val="lt1"/>
              </a:buClr>
              <a:buSzPts val="1800"/>
              <a:buChar char="•"/>
              <a:defRPr sz="1800">
                <a:solidFill>
                  <a:schemeClr val="lt1"/>
                </a:solidFill>
              </a:defRPr>
            </a:lvl4pPr>
            <a:lvl5pPr indent="-342900" lvl="4" marL="2286000" algn="l">
              <a:lnSpc>
                <a:spcPct val="110000"/>
              </a:lnSpc>
              <a:spcBef>
                <a:spcPts val="800"/>
              </a:spcBef>
              <a:spcAft>
                <a:spcPts val="0"/>
              </a:spcAft>
              <a:buClr>
                <a:schemeClr val="lt1"/>
              </a:buClr>
              <a:buSzPts val="1800"/>
              <a:buChar char="•"/>
              <a:defRPr sz="18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50" name="Google Shape;250;p32"/>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32"/>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2" name="Google Shape;252;p32"/>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p:cSld name="Table">
    <p:spTree>
      <p:nvGrpSpPr>
        <p:cNvPr id="253" name="Shape 253"/>
        <p:cNvGrpSpPr/>
        <p:nvPr/>
      </p:nvGrpSpPr>
      <p:grpSpPr>
        <a:xfrm>
          <a:off x="0" y="0"/>
          <a:ext cx="0" cy="0"/>
          <a:chOff x="0" y="0"/>
          <a:chExt cx="0" cy="0"/>
        </a:xfrm>
      </p:grpSpPr>
      <p:sp>
        <p:nvSpPr>
          <p:cNvPr id="254" name="Google Shape;254;p33"/>
          <p:cNvSpPr txBox="1"/>
          <p:nvPr>
            <p:ph type="title"/>
          </p:nvPr>
        </p:nvSpPr>
        <p:spPr>
          <a:xfrm>
            <a:off x="550863" y="560961"/>
            <a:ext cx="11090275" cy="118656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Clr>
                <a:schemeClr val="lt1"/>
              </a:buClr>
              <a:buSzPts val="4000"/>
              <a:buFont typeface="Pla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33"/>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6" name="Google Shape;256;p33"/>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7" name="Google Shape;257;p33"/>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8" name="Google Shape;258;p33"/>
          <p:cNvSpPr txBox="1"/>
          <p:nvPr>
            <p:ph idx="1" type="body"/>
          </p:nvPr>
        </p:nvSpPr>
        <p:spPr>
          <a:xfrm>
            <a:off x="550861" y="1917064"/>
            <a:ext cx="11090275" cy="4297679"/>
          </a:xfrm>
          <a:prstGeom prst="rect">
            <a:avLst/>
          </a:prstGeom>
          <a:noFill/>
          <a:ln>
            <a:noFill/>
          </a:ln>
        </p:spPr>
        <p:txBody>
          <a:bodyPr anchorCtr="0" anchor="t" bIns="0" lIns="0" spcFirstLastPara="1" rIns="0" wrap="square" tIns="0">
            <a:normAutofit/>
          </a:bodyPr>
          <a:lstStyle>
            <a:lvl1pPr indent="-228600" lvl="0" marL="457200" algn="l">
              <a:lnSpc>
                <a:spcPct val="110000"/>
              </a:lnSpc>
              <a:spcBef>
                <a:spcPts val="1000"/>
              </a:spcBef>
              <a:spcAft>
                <a:spcPts val="0"/>
              </a:spcAft>
              <a:buClr>
                <a:schemeClr val="lt1"/>
              </a:buClr>
              <a:buSzPts val="1800"/>
              <a:buNone/>
              <a:defRPr sz="1800">
                <a:solidFill>
                  <a:schemeClr val="lt1"/>
                </a:solidFill>
              </a:defRPr>
            </a:lvl1pPr>
            <a:lvl2pPr indent="-342900" lvl="1" marL="914400" algn="l">
              <a:lnSpc>
                <a:spcPct val="110000"/>
              </a:lnSpc>
              <a:spcBef>
                <a:spcPts val="800"/>
              </a:spcBef>
              <a:spcAft>
                <a:spcPts val="0"/>
              </a:spcAft>
              <a:buClr>
                <a:schemeClr val="lt1"/>
              </a:buClr>
              <a:buSzPts val="1800"/>
              <a:buChar char="•"/>
              <a:defRPr sz="1800">
                <a:solidFill>
                  <a:schemeClr val="lt1"/>
                </a:solidFill>
              </a:defRPr>
            </a:lvl2pPr>
            <a:lvl3pPr indent="-342900" lvl="2" marL="1371600" algn="l">
              <a:lnSpc>
                <a:spcPct val="110000"/>
              </a:lnSpc>
              <a:spcBef>
                <a:spcPts val="800"/>
              </a:spcBef>
              <a:spcAft>
                <a:spcPts val="0"/>
              </a:spcAft>
              <a:buClr>
                <a:schemeClr val="lt1"/>
              </a:buClr>
              <a:buSzPts val="1800"/>
              <a:buChar char="•"/>
              <a:defRPr sz="1800">
                <a:solidFill>
                  <a:schemeClr val="lt1"/>
                </a:solidFill>
              </a:defRPr>
            </a:lvl3pPr>
            <a:lvl4pPr indent="-342900" lvl="3" marL="1828800" algn="l">
              <a:lnSpc>
                <a:spcPct val="110000"/>
              </a:lnSpc>
              <a:spcBef>
                <a:spcPts val="800"/>
              </a:spcBef>
              <a:spcAft>
                <a:spcPts val="0"/>
              </a:spcAft>
              <a:buClr>
                <a:schemeClr val="lt1"/>
              </a:buClr>
              <a:buSzPts val="1800"/>
              <a:buChar char="•"/>
              <a:defRPr sz="1800">
                <a:solidFill>
                  <a:schemeClr val="lt1"/>
                </a:solidFill>
              </a:defRPr>
            </a:lvl4pPr>
            <a:lvl5pPr indent="-342900" lvl="4" marL="2286000" algn="l">
              <a:lnSpc>
                <a:spcPct val="110000"/>
              </a:lnSpc>
              <a:spcBef>
                <a:spcPts val="800"/>
              </a:spcBef>
              <a:spcAft>
                <a:spcPts val="0"/>
              </a:spcAft>
              <a:buClr>
                <a:schemeClr val="lt1"/>
              </a:buClr>
              <a:buSzPts val="1800"/>
              <a:buChar char="•"/>
              <a:defRPr sz="1800">
                <a:solidFill>
                  <a:schemeClr val="lt1"/>
                </a:solidFill>
              </a:defRPr>
            </a:lvl5pPr>
            <a:lvl6pPr indent="-342900" lvl="5" marL="2743200" algn="l">
              <a:lnSpc>
                <a:spcPct val="90000"/>
              </a:lnSpc>
              <a:spcBef>
                <a:spcPts val="8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550863" y="550800"/>
            <a:ext cx="11090275" cy="1333057"/>
          </a:xfrm>
          <a:prstGeom prst="rect">
            <a:avLst/>
          </a:prstGeom>
          <a:noFill/>
          <a:ln>
            <a:noFill/>
          </a:ln>
        </p:spPr>
        <p:txBody>
          <a:bodyPr anchorCtr="0" anchor="t" bIns="0" lIns="0" spcFirstLastPara="1" rIns="0" wrap="square" tIns="0">
            <a:normAutofit/>
          </a:bodyPr>
          <a:lstStyle>
            <a:lvl1pPr lvl="0" marR="0" rtl="0" algn="l">
              <a:lnSpc>
                <a:spcPct val="90000"/>
              </a:lnSpc>
              <a:spcBef>
                <a:spcPts val="0"/>
              </a:spcBef>
              <a:spcAft>
                <a:spcPts val="0"/>
              </a:spcAft>
              <a:buClr>
                <a:schemeClr val="lt1"/>
              </a:buClr>
              <a:buSzPts val="4800"/>
              <a:buFont typeface="Play"/>
              <a:buNone/>
              <a:defRPr b="0" i="0" sz="4800" u="none" cap="none" strike="noStrike">
                <a:solidFill>
                  <a:schemeClr val="lt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550863" y="2113862"/>
            <a:ext cx="11091600" cy="3978963"/>
          </a:xfrm>
          <a:prstGeom prst="rect">
            <a:avLst/>
          </a:prstGeom>
          <a:noFill/>
          <a:ln>
            <a:noFill/>
          </a:ln>
        </p:spPr>
        <p:txBody>
          <a:bodyPr anchorCtr="0" anchor="t" bIns="0" lIns="0" spcFirstLastPara="1" rIns="0" wrap="square" tIns="0">
            <a:normAutofit/>
          </a:bodyPr>
          <a:lstStyle>
            <a:lvl1pPr indent="-381000" lvl="0" marL="457200" marR="0" rtl="0" algn="l">
              <a:lnSpc>
                <a:spcPct val="110000"/>
              </a:lnSpc>
              <a:spcBef>
                <a:spcPts val="1000"/>
              </a:spcBef>
              <a:spcAft>
                <a:spcPts val="0"/>
              </a:spcAft>
              <a:buClr>
                <a:schemeClr val="lt1"/>
              </a:buClr>
              <a:buSzPts val="2400"/>
              <a:buFont typeface="Arial"/>
              <a:buChar char="•"/>
              <a:defRPr b="0" i="0" sz="2400" u="none" cap="none" strike="noStrike">
                <a:solidFill>
                  <a:schemeClr val="lt1"/>
                </a:solidFill>
                <a:latin typeface="Gill Sans"/>
                <a:ea typeface="Gill Sans"/>
                <a:cs typeface="Gill Sans"/>
                <a:sym typeface="Gill Sans"/>
              </a:defRPr>
            </a:lvl1pPr>
            <a:lvl2pPr indent="-330200" lvl="1" marL="914400" marR="0" rtl="0" algn="l">
              <a:lnSpc>
                <a:spcPct val="110000"/>
              </a:lnSpc>
              <a:spcBef>
                <a:spcPts val="800"/>
              </a:spcBef>
              <a:spcAft>
                <a:spcPts val="0"/>
              </a:spcAft>
              <a:buClr>
                <a:schemeClr val="lt1"/>
              </a:buClr>
              <a:buSzPts val="1600"/>
              <a:buFont typeface="Arial"/>
              <a:buChar char="•"/>
              <a:defRPr b="0" i="0" sz="1600" u="none" cap="none" strike="noStrike">
                <a:solidFill>
                  <a:schemeClr val="lt1"/>
                </a:solidFill>
                <a:latin typeface="Gill Sans"/>
                <a:ea typeface="Gill Sans"/>
                <a:cs typeface="Gill Sans"/>
                <a:sym typeface="Gill Sans"/>
              </a:defRPr>
            </a:lvl2pPr>
            <a:lvl3pPr indent="-330200" lvl="2" marL="1371600" marR="0" rtl="0" algn="l">
              <a:lnSpc>
                <a:spcPct val="110000"/>
              </a:lnSpc>
              <a:spcBef>
                <a:spcPts val="800"/>
              </a:spcBef>
              <a:spcAft>
                <a:spcPts val="0"/>
              </a:spcAft>
              <a:buClr>
                <a:schemeClr val="lt1"/>
              </a:buClr>
              <a:buSzPts val="1600"/>
              <a:buFont typeface="Arial"/>
              <a:buChar char="•"/>
              <a:defRPr b="0" i="0" sz="1600" u="none" cap="none" strike="noStrike">
                <a:solidFill>
                  <a:schemeClr val="lt1"/>
                </a:solidFill>
                <a:latin typeface="Gill Sans"/>
                <a:ea typeface="Gill Sans"/>
                <a:cs typeface="Gill Sans"/>
                <a:sym typeface="Gill Sans"/>
              </a:defRPr>
            </a:lvl3pPr>
            <a:lvl4pPr indent="-330200" lvl="3" marL="1828800" marR="0" rtl="0" algn="l">
              <a:lnSpc>
                <a:spcPct val="110000"/>
              </a:lnSpc>
              <a:spcBef>
                <a:spcPts val="800"/>
              </a:spcBef>
              <a:spcAft>
                <a:spcPts val="0"/>
              </a:spcAft>
              <a:buClr>
                <a:schemeClr val="lt1"/>
              </a:buClr>
              <a:buSzPts val="1600"/>
              <a:buFont typeface="Arial"/>
              <a:buChar char="•"/>
              <a:defRPr b="0" i="0" sz="1600" u="none" cap="none" strike="noStrike">
                <a:solidFill>
                  <a:schemeClr val="lt1"/>
                </a:solidFill>
                <a:latin typeface="Gill Sans"/>
                <a:ea typeface="Gill Sans"/>
                <a:cs typeface="Gill Sans"/>
                <a:sym typeface="Gill Sans"/>
              </a:defRPr>
            </a:lvl4pPr>
            <a:lvl5pPr indent="-330200" lvl="4" marL="2286000" marR="0" rtl="0" algn="l">
              <a:lnSpc>
                <a:spcPct val="110000"/>
              </a:lnSpc>
              <a:spcBef>
                <a:spcPts val="800"/>
              </a:spcBef>
              <a:spcAft>
                <a:spcPts val="0"/>
              </a:spcAft>
              <a:buClr>
                <a:schemeClr val="lt1"/>
              </a:buClr>
              <a:buSzPts val="1600"/>
              <a:buFont typeface="Arial"/>
              <a:buChar char="•"/>
              <a:defRPr b="0" i="0" sz="1600" u="none" cap="none" strike="noStrike">
                <a:solidFill>
                  <a:schemeClr val="lt1"/>
                </a:solidFill>
                <a:latin typeface="Gill Sans"/>
                <a:ea typeface="Gill Sans"/>
                <a:cs typeface="Gill Sans"/>
                <a:sym typeface="Gill Sans"/>
              </a:defRPr>
            </a:lvl5pPr>
            <a:lvl6pPr indent="-342900" lvl="5" marL="2743200" marR="0" rtl="0" algn="l">
              <a:lnSpc>
                <a:spcPct val="90000"/>
              </a:lnSpc>
              <a:spcBef>
                <a:spcPts val="800"/>
              </a:spcBef>
              <a:spcAft>
                <a:spcPts val="0"/>
              </a:spcAft>
              <a:buClr>
                <a:schemeClr val="lt1"/>
              </a:buClr>
              <a:buSzPts val="1800"/>
              <a:buFont typeface="Arial"/>
              <a:buChar char="•"/>
              <a:defRPr b="0" i="0" sz="1800" u="none" cap="none" strike="noStrike">
                <a:solidFill>
                  <a:schemeClr val="lt1"/>
                </a:solidFill>
                <a:latin typeface="Gill Sans"/>
                <a:ea typeface="Gill Sans"/>
                <a:cs typeface="Gill Sans"/>
                <a:sym typeface="Gill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ill Sans"/>
                <a:ea typeface="Gill Sans"/>
                <a:cs typeface="Gill Sans"/>
                <a:sym typeface="Gill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ill Sans"/>
                <a:ea typeface="Gill Sans"/>
                <a:cs typeface="Gill Sans"/>
                <a:sym typeface="Gill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Gill Sans"/>
                <a:ea typeface="Gill Sans"/>
                <a:cs typeface="Gill Sans"/>
                <a:sym typeface="Gill Sans"/>
              </a:defRPr>
            </a:lvl9pPr>
          </a:lstStyle>
          <a:p/>
        </p:txBody>
      </p:sp>
      <p:sp>
        <p:nvSpPr>
          <p:cNvPr id="12" name="Google Shape;12;p10"/>
          <p:cNvSpPr txBox="1"/>
          <p:nvPr>
            <p:ph idx="10" type="dt"/>
          </p:nvPr>
        </p:nvSpPr>
        <p:spPr>
          <a:xfrm>
            <a:off x="550863" y="6507212"/>
            <a:ext cx="2628900" cy="153888"/>
          </a:xfrm>
          <a:prstGeom prst="rect">
            <a:avLst/>
          </a:prstGeom>
          <a:noFill/>
          <a:ln>
            <a:noFill/>
          </a:ln>
        </p:spPr>
        <p:txBody>
          <a:bodyPr anchorCtr="0" anchor="ctr" bIns="0" lIns="0" spcFirstLastPara="1" rIns="0" wrap="square" tIns="0">
            <a:spAutoFit/>
          </a:bodyPr>
          <a:lstStyle>
            <a:lvl1pPr lvl="0" marR="0" rtl="0" algn="l">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3" name="Google Shape;13;p10"/>
          <p:cNvSpPr txBox="1"/>
          <p:nvPr>
            <p:ph idx="11" type="ftr"/>
          </p:nvPr>
        </p:nvSpPr>
        <p:spPr>
          <a:xfrm>
            <a:off x="3359150" y="6507212"/>
            <a:ext cx="6379210" cy="153888"/>
          </a:xfrm>
          <a:prstGeom prst="rect">
            <a:avLst/>
          </a:prstGeom>
          <a:noFill/>
          <a:ln>
            <a:noFill/>
          </a:ln>
        </p:spPr>
        <p:txBody>
          <a:bodyPr anchorCtr="0" anchor="ctr" bIns="0" lIns="0" spcFirstLastPara="1" rIns="0" wrap="square" tIns="0">
            <a:spAutoFit/>
          </a:bodyPr>
          <a:lstStyle>
            <a:lvl1pPr lvl="0" marR="0" rtl="0" algn="l">
              <a:spcBef>
                <a:spcPts val="0"/>
              </a:spcBef>
              <a:spcAft>
                <a:spcPts val="0"/>
              </a:spcAft>
              <a:buSzPts val="1400"/>
              <a:buNone/>
              <a:defRPr b="0" i="0" sz="1000" u="none" cap="none" strike="noStrike">
                <a:solidFill>
                  <a:schemeClr val="lt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lt1"/>
                </a:solidFill>
                <a:latin typeface="Gill Sans"/>
                <a:ea typeface="Gill Sans"/>
                <a:cs typeface="Gill Sans"/>
                <a:sym typeface="Gill Sans"/>
              </a:defRPr>
            </a:lvl9pPr>
          </a:lstStyle>
          <a:p/>
        </p:txBody>
      </p:sp>
      <p:sp>
        <p:nvSpPr>
          <p:cNvPr id="14" name="Google Shape;14;p10"/>
          <p:cNvSpPr txBox="1"/>
          <p:nvPr>
            <p:ph idx="12" type="sldNum"/>
          </p:nvPr>
        </p:nvSpPr>
        <p:spPr>
          <a:xfrm>
            <a:off x="9948863" y="6507212"/>
            <a:ext cx="1692274" cy="153888"/>
          </a:xfrm>
          <a:prstGeom prst="rect">
            <a:avLst/>
          </a:prstGeom>
          <a:noFill/>
          <a:ln>
            <a:noFill/>
          </a:ln>
        </p:spPr>
        <p:txBody>
          <a:bodyPr anchorCtr="0" anchor="ctr" bIns="0" lIns="0" spcFirstLastPara="1" rIns="0" wrap="square" tIns="0">
            <a:spAutoFit/>
          </a:bodyPr>
          <a:lstStyle>
            <a:lvl1pPr indent="0" lvl="0" marL="0" marR="0" rtl="0" algn="r">
              <a:spcBef>
                <a:spcPts val="0"/>
              </a:spcBef>
              <a:buNone/>
              <a:defRPr b="0" i="0" sz="1000" u="none" cap="none" strike="noStrike">
                <a:solidFill>
                  <a:schemeClr val="lt1"/>
                </a:solidFill>
                <a:latin typeface="Gill Sans"/>
                <a:ea typeface="Gill Sans"/>
                <a:cs typeface="Gill Sans"/>
                <a:sym typeface="Gill Sans"/>
              </a:defRPr>
            </a:lvl1pPr>
            <a:lvl2pPr indent="0" lvl="1" marL="0" marR="0" rtl="0" algn="r">
              <a:spcBef>
                <a:spcPts val="0"/>
              </a:spcBef>
              <a:buNone/>
              <a:defRPr b="0" i="0" sz="1000" u="none" cap="none" strike="noStrike">
                <a:solidFill>
                  <a:schemeClr val="lt1"/>
                </a:solidFill>
                <a:latin typeface="Gill Sans"/>
                <a:ea typeface="Gill Sans"/>
                <a:cs typeface="Gill Sans"/>
                <a:sym typeface="Gill Sans"/>
              </a:defRPr>
            </a:lvl2pPr>
            <a:lvl3pPr indent="0" lvl="2" marL="0" marR="0" rtl="0" algn="r">
              <a:spcBef>
                <a:spcPts val="0"/>
              </a:spcBef>
              <a:buNone/>
              <a:defRPr b="0" i="0" sz="1000" u="none" cap="none" strike="noStrike">
                <a:solidFill>
                  <a:schemeClr val="lt1"/>
                </a:solidFill>
                <a:latin typeface="Gill Sans"/>
                <a:ea typeface="Gill Sans"/>
                <a:cs typeface="Gill Sans"/>
                <a:sym typeface="Gill Sans"/>
              </a:defRPr>
            </a:lvl3pPr>
            <a:lvl4pPr indent="0" lvl="3" marL="0" marR="0" rtl="0" algn="r">
              <a:spcBef>
                <a:spcPts val="0"/>
              </a:spcBef>
              <a:buNone/>
              <a:defRPr b="0" i="0" sz="1000" u="none" cap="none" strike="noStrike">
                <a:solidFill>
                  <a:schemeClr val="lt1"/>
                </a:solidFill>
                <a:latin typeface="Gill Sans"/>
                <a:ea typeface="Gill Sans"/>
                <a:cs typeface="Gill Sans"/>
                <a:sym typeface="Gill Sans"/>
              </a:defRPr>
            </a:lvl4pPr>
            <a:lvl5pPr indent="0" lvl="4" marL="0" marR="0" rtl="0" algn="r">
              <a:spcBef>
                <a:spcPts val="0"/>
              </a:spcBef>
              <a:buNone/>
              <a:defRPr b="0" i="0" sz="1000" u="none" cap="none" strike="noStrike">
                <a:solidFill>
                  <a:schemeClr val="lt1"/>
                </a:solidFill>
                <a:latin typeface="Gill Sans"/>
                <a:ea typeface="Gill Sans"/>
                <a:cs typeface="Gill Sans"/>
                <a:sym typeface="Gill Sans"/>
              </a:defRPr>
            </a:lvl5pPr>
            <a:lvl6pPr indent="0" lvl="5" marL="0" marR="0" rtl="0" algn="r">
              <a:spcBef>
                <a:spcPts val="0"/>
              </a:spcBef>
              <a:buNone/>
              <a:defRPr b="0" i="0" sz="1000" u="none" cap="none" strike="noStrike">
                <a:solidFill>
                  <a:schemeClr val="lt1"/>
                </a:solidFill>
                <a:latin typeface="Gill Sans"/>
                <a:ea typeface="Gill Sans"/>
                <a:cs typeface="Gill Sans"/>
                <a:sym typeface="Gill Sans"/>
              </a:defRPr>
            </a:lvl6pPr>
            <a:lvl7pPr indent="0" lvl="6" marL="0" marR="0" rtl="0" algn="r">
              <a:spcBef>
                <a:spcPts val="0"/>
              </a:spcBef>
              <a:buNone/>
              <a:defRPr b="0" i="0" sz="1000" u="none" cap="none" strike="noStrike">
                <a:solidFill>
                  <a:schemeClr val="lt1"/>
                </a:solidFill>
                <a:latin typeface="Gill Sans"/>
                <a:ea typeface="Gill Sans"/>
                <a:cs typeface="Gill Sans"/>
                <a:sym typeface="Gill Sans"/>
              </a:defRPr>
            </a:lvl7pPr>
            <a:lvl8pPr indent="0" lvl="7" marL="0" marR="0" rtl="0" algn="r">
              <a:spcBef>
                <a:spcPts val="0"/>
              </a:spcBef>
              <a:buNone/>
              <a:defRPr b="0" i="0" sz="1000" u="none" cap="none" strike="noStrike">
                <a:solidFill>
                  <a:schemeClr val="lt1"/>
                </a:solidFill>
                <a:latin typeface="Gill Sans"/>
                <a:ea typeface="Gill Sans"/>
                <a:cs typeface="Gill Sans"/>
                <a:sym typeface="Gill Sans"/>
              </a:defRPr>
            </a:lvl8pPr>
            <a:lvl9pPr indent="0" lvl="8" marL="0" marR="0" rtl="0" algn="r">
              <a:spcBef>
                <a:spcPts val="0"/>
              </a:spcBef>
              <a:buNone/>
              <a:defRPr b="0" i="0" sz="1000" u="none" cap="none" strike="noStrike">
                <a:solidFill>
                  <a:schemeClr val="lt1"/>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orient="horz" pos="2160">
          <p15:clr>
            <a:srgbClr val="F26B43"/>
          </p15:clr>
        </p15:guide>
        <p15:guide id="3" pos="347">
          <p15:clr>
            <a:srgbClr val="F26B43"/>
          </p15:clr>
        </p15:guide>
        <p15:guide id="4" pos="7333">
          <p15:clr>
            <a:srgbClr val="F26B43"/>
          </p15:clr>
        </p15:guide>
        <p15:guide id="5" orient="horz" pos="346">
          <p15:clr>
            <a:srgbClr val="F26B43"/>
          </p15:clr>
        </p15:guide>
        <p15:guide id="6" orient="horz" pos="3974">
          <p15:clr>
            <a:srgbClr val="F26B43"/>
          </p15:clr>
        </p15:guide>
        <p15:guide id="7" pos="824">
          <p15:clr>
            <a:srgbClr val="A4A3A4"/>
          </p15:clr>
        </p15:guide>
        <p15:guide id="8" pos="937">
          <p15:clr>
            <a:srgbClr val="A4A3A4"/>
          </p15:clr>
        </p15:guide>
        <p15:guide id="9" pos="1413">
          <p15:clr>
            <a:srgbClr val="A4A3A4"/>
          </p15:clr>
        </p15:guide>
        <p15:guide id="10" pos="1527">
          <p15:clr>
            <a:srgbClr val="A4A3A4"/>
          </p15:clr>
        </p15:guide>
        <p15:guide id="11" pos="2003">
          <p15:clr>
            <a:srgbClr val="A4A3A4"/>
          </p15:clr>
        </p15:guide>
        <p15:guide id="12" pos="2116">
          <p15:clr>
            <a:srgbClr val="A4A3A4"/>
          </p15:clr>
        </p15:guide>
        <p15:guide id="13" pos="2593">
          <p15:clr>
            <a:srgbClr val="A4A3A4"/>
          </p15:clr>
        </p15:guide>
        <p15:guide id="14" pos="2706">
          <p15:clr>
            <a:srgbClr val="A4A3A4"/>
          </p15:clr>
        </p15:guide>
        <p15:guide id="15" pos="3182">
          <p15:clr>
            <a:srgbClr val="A4A3A4"/>
          </p15:clr>
        </p15:guide>
        <p15:guide id="16" pos="3318">
          <p15:clr>
            <a:srgbClr val="A4A3A4"/>
          </p15:clr>
        </p15:guide>
        <p15:guide id="17" pos="3772">
          <p15:clr>
            <a:srgbClr val="A4A3A4"/>
          </p15:clr>
        </p15:guide>
        <p15:guide id="18" pos="3908">
          <p15:clr>
            <a:srgbClr val="A4A3A4"/>
          </p15:clr>
        </p15:guide>
        <p15:guide id="19" pos="4362">
          <p15:clr>
            <a:srgbClr val="A4A3A4"/>
          </p15:clr>
        </p15:guide>
        <p15:guide id="20" pos="4498">
          <p15:clr>
            <a:srgbClr val="A4A3A4"/>
          </p15:clr>
        </p15:guide>
        <p15:guide id="21" pos="4951">
          <p15:clr>
            <a:srgbClr val="A4A3A4"/>
          </p15:clr>
        </p15:guide>
        <p15:guide id="22" pos="5087">
          <p15:clr>
            <a:srgbClr val="A4A3A4"/>
          </p15:clr>
        </p15:guide>
        <p15:guide id="23" pos="5541">
          <p15:clr>
            <a:srgbClr val="A4A3A4"/>
          </p15:clr>
        </p15:guide>
        <p15:guide id="24" pos="5677">
          <p15:clr>
            <a:srgbClr val="A4A3A4"/>
          </p15:clr>
        </p15:guide>
        <p15:guide id="25" pos="6153">
          <p15:clr>
            <a:srgbClr val="A4A3A4"/>
          </p15:clr>
        </p15:guide>
        <p15:guide id="26" pos="6267">
          <p15:clr>
            <a:srgbClr val="A4A3A4"/>
          </p15:clr>
        </p15:guide>
        <p15:guide id="27" pos="6743">
          <p15:clr>
            <a:srgbClr val="A4A3A4"/>
          </p15:clr>
        </p15:guide>
        <p15:guide id="28" pos="6856">
          <p15:clr>
            <a:srgbClr val="A4A3A4"/>
          </p15:clr>
        </p15:guide>
        <p15:guide id="29" orient="horz" pos="3838">
          <p15:clr>
            <a:srgbClr val="A4A3A4"/>
          </p15:clr>
        </p15:guide>
        <p15:guide id="30" orient="horz" pos="2092">
          <p15:clr>
            <a:srgbClr val="A4A3A4"/>
          </p15:clr>
        </p15:guide>
        <p15:guide id="31" orient="horz" pos="2228">
          <p15:clr>
            <a:srgbClr val="A4A3A4"/>
          </p15:clr>
        </p15:guide>
        <p15:guide id="32" orient="horz" pos="845">
          <p15:clr>
            <a:srgbClr val="A4A3A4"/>
          </p15:clr>
        </p15:guide>
        <p15:guide id="33" orient="horz" pos="958">
          <p15:clr>
            <a:srgbClr val="A4A3A4"/>
          </p15:clr>
        </p15:guide>
        <p15:guide id="34" orient="horz" pos="1480">
          <p15:clr>
            <a:srgbClr val="A4A3A4"/>
          </p15:clr>
        </p15:guide>
        <p15:guide id="35" orient="horz" pos="1593">
          <p15:clr>
            <a:srgbClr val="A4A3A4"/>
          </p15:clr>
        </p15:guide>
        <p15:guide id="36" orient="horz" pos="2727">
          <p15:clr>
            <a:srgbClr val="A4A3A4"/>
          </p15:clr>
        </p15:guide>
        <p15:guide id="37" orient="horz" pos="2840">
          <p15:clr>
            <a:srgbClr val="A4A3A4"/>
          </p15:clr>
        </p15:guide>
        <p15:guide id="38" orient="horz" pos="3339">
          <p15:clr>
            <a:srgbClr val="A4A3A4"/>
          </p15:clr>
        </p15:guide>
        <p15:guide id="39" orient="horz" pos="3475">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
          <p:cNvSpPr txBox="1"/>
          <p:nvPr>
            <p:ph type="title"/>
          </p:nvPr>
        </p:nvSpPr>
        <p:spPr>
          <a:xfrm>
            <a:off x="6914388" y="2382009"/>
            <a:ext cx="5355962" cy="1140713"/>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lt1"/>
              </a:buClr>
              <a:buSzPts val="2800"/>
              <a:buFont typeface="Arial"/>
              <a:buNone/>
            </a:pPr>
            <a:r>
              <a:rPr lang="en-US" sz="2800">
                <a:latin typeface="Arial"/>
                <a:ea typeface="Arial"/>
                <a:cs typeface="Arial"/>
                <a:sym typeface="Arial"/>
              </a:rPr>
              <a:t>AI Essay Detector and Humanizer</a:t>
            </a:r>
            <a:endParaRPr>
              <a:latin typeface="Arial"/>
              <a:ea typeface="Arial"/>
              <a:cs typeface="Arial"/>
              <a:sym typeface="Arial"/>
            </a:endParaRPr>
          </a:p>
        </p:txBody>
      </p:sp>
      <p:pic>
        <p:nvPicPr>
          <p:cNvPr descr="Data points digital background" id="265" name="Google Shape;265;p1"/>
          <p:cNvPicPr preferRelativeResize="0"/>
          <p:nvPr>
            <p:ph idx="2" type="pic"/>
          </p:nvPr>
        </p:nvPicPr>
        <p:blipFill rotWithShape="1">
          <a:blip r:embed="rId3">
            <a:alphaModFix/>
          </a:blip>
          <a:srcRect b="0" l="7936" r="7936" t="0"/>
          <a:stretch/>
        </p:blipFill>
        <p:spPr>
          <a:xfrm>
            <a:off x="0" y="0"/>
            <a:ext cx="6828282" cy="6858000"/>
          </a:xfrm>
          <a:prstGeom prst="rect">
            <a:avLst/>
          </a:prstGeom>
          <a:noFill/>
          <a:ln>
            <a:noFill/>
          </a:ln>
        </p:spPr>
      </p:pic>
      <p:sp>
        <p:nvSpPr>
          <p:cNvPr id="266" name="Google Shape;266;p1"/>
          <p:cNvSpPr txBox="1"/>
          <p:nvPr/>
        </p:nvSpPr>
        <p:spPr>
          <a:xfrm>
            <a:off x="7194526" y="3289554"/>
            <a:ext cx="457809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rgbClr val="D8D8D8"/>
                </a:solidFill>
                <a:latin typeface="Arial"/>
                <a:ea typeface="Arial"/>
                <a:cs typeface="Arial"/>
                <a:sym typeface="Arial"/>
              </a:rPr>
              <a:t>By: Nidhish Shah, Junfeng Li, Cole Smolinski, Stephen Hannawi</a:t>
            </a:r>
            <a:endParaRPr sz="1800">
              <a:solidFill>
                <a:srgbClr val="D8D8D8"/>
              </a:solidFill>
              <a:latin typeface="Gill Sans"/>
              <a:ea typeface="Gill Sans"/>
              <a:cs typeface="Gill Sans"/>
              <a:sym typeface="Gill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
          <p:cNvSpPr txBox="1"/>
          <p:nvPr>
            <p:ph type="ctrTitle"/>
          </p:nvPr>
        </p:nvSpPr>
        <p:spPr>
          <a:xfrm>
            <a:off x="288735" y="4240162"/>
            <a:ext cx="11115355" cy="2066544"/>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rgbClr val="D8D8D8"/>
              </a:buClr>
              <a:buSzPts val="2000"/>
              <a:buFont typeface="Play"/>
              <a:buNone/>
            </a:pPr>
            <a:r>
              <a:rPr lang="en-US" sz="2000">
                <a:solidFill>
                  <a:srgbClr val="D8D8D8"/>
                </a:solidFill>
              </a:rPr>
              <a:t>With the rapid advancement of AI writing tools such as ChatGPT, Google Gemini, and Claude, it has become increasingly difficult to distinguish between human-written and AI-generated content in academic writing. By the same token, there are many benefits to using AI that allows you to flesh out your ideas, but the answers given to you feel homogenous and sound and feel like it was given to you by a robot.</a:t>
            </a:r>
            <a:endParaRPr/>
          </a:p>
          <a:p>
            <a:pPr indent="0" lvl="0" marL="0" rtl="0" algn="l">
              <a:lnSpc>
                <a:spcPct val="90000"/>
              </a:lnSpc>
              <a:spcBef>
                <a:spcPts val="0"/>
              </a:spcBef>
              <a:spcAft>
                <a:spcPts val="0"/>
              </a:spcAft>
              <a:buClr>
                <a:schemeClr val="lt1"/>
              </a:buClr>
              <a:buSzPts val="2000"/>
              <a:buFont typeface="Play"/>
              <a:buNone/>
            </a:pPr>
            <a:r>
              <a:t/>
            </a:r>
            <a:endParaRPr sz="2000">
              <a:solidFill>
                <a:srgbClr val="D8D8D8"/>
              </a:solidFill>
              <a:latin typeface="Times New Roman"/>
              <a:ea typeface="Times New Roman"/>
              <a:cs typeface="Times New Roman"/>
              <a:sym typeface="Times New Roman"/>
            </a:endParaRPr>
          </a:p>
        </p:txBody>
      </p:sp>
      <p:pic>
        <p:nvPicPr>
          <p:cNvPr descr="Data points digital background" id="273" name="Google Shape;273;p2"/>
          <p:cNvPicPr preferRelativeResize="0"/>
          <p:nvPr>
            <p:ph idx="2" type="pic"/>
          </p:nvPr>
        </p:nvPicPr>
        <p:blipFill rotWithShape="1">
          <a:blip r:embed="rId3">
            <a:alphaModFix/>
          </a:blip>
          <a:srcRect b="52" l="0" r="0" t="52"/>
          <a:stretch/>
        </p:blipFill>
        <p:spPr>
          <a:xfrm>
            <a:off x="0" y="-1502"/>
            <a:ext cx="12192000" cy="2918438"/>
          </a:xfrm>
          <a:prstGeom prst="rect">
            <a:avLst/>
          </a:prstGeom>
          <a:noFill/>
          <a:ln>
            <a:noFill/>
          </a:ln>
        </p:spPr>
      </p:pic>
      <p:sp>
        <p:nvSpPr>
          <p:cNvPr id="274" name="Google Shape;274;p2"/>
          <p:cNvSpPr txBox="1"/>
          <p:nvPr/>
        </p:nvSpPr>
        <p:spPr>
          <a:xfrm>
            <a:off x="291361" y="3158139"/>
            <a:ext cx="4821936" cy="107721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rgbClr val="FFFFFF"/>
                </a:solidFill>
                <a:latin typeface="Play"/>
                <a:ea typeface="Play"/>
                <a:cs typeface="Play"/>
                <a:sym typeface="Play"/>
              </a:rPr>
              <a:t>Problem Statement</a:t>
            </a:r>
            <a:endParaRPr b="1" sz="1800">
              <a:solidFill>
                <a:schemeClr val="lt1"/>
              </a:solidFill>
              <a:latin typeface="Play"/>
              <a:ea typeface="Play"/>
              <a:cs typeface="Play"/>
              <a:sym typeface="Play"/>
            </a:endParaRPr>
          </a:p>
          <a:p>
            <a:pPr indent="0" lvl="0" marL="0" marR="0" rtl="0" algn="l">
              <a:spcBef>
                <a:spcPts val="0"/>
              </a:spcBef>
              <a:spcAft>
                <a:spcPts val="0"/>
              </a:spcAft>
              <a:buNone/>
            </a:pPr>
            <a:r>
              <a:t/>
            </a:r>
            <a:endParaRPr b="1" sz="3200">
              <a:solidFill>
                <a:schemeClr val="lt1"/>
              </a:solidFill>
              <a:latin typeface="Play"/>
              <a:ea typeface="Play"/>
              <a:cs typeface="Play"/>
              <a:sym typeface="Pl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grpSp>
        <p:nvGrpSpPr>
          <p:cNvPr id="279" name="Google Shape;279;p3"/>
          <p:cNvGrpSpPr/>
          <p:nvPr/>
        </p:nvGrpSpPr>
        <p:grpSpPr>
          <a:xfrm>
            <a:off x="4689246" y="551774"/>
            <a:ext cx="897877" cy="934082"/>
            <a:chOff x="5129684" y="1232940"/>
            <a:chExt cx="897877" cy="934082"/>
          </a:xfrm>
        </p:grpSpPr>
        <p:sp>
          <p:nvSpPr>
            <p:cNvPr id="280" name="Google Shape;280;p3"/>
            <p:cNvSpPr/>
            <p:nvPr/>
          </p:nvSpPr>
          <p:spPr>
            <a:xfrm rot="1800000">
              <a:off x="5356930" y="1363788"/>
              <a:ext cx="621086" cy="364601"/>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2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1" name="Google Shape;281;p3"/>
            <p:cNvSpPr/>
            <p:nvPr/>
          </p:nvSpPr>
          <p:spPr>
            <a:xfrm rot="1800000">
              <a:off x="5243759" y="1430747"/>
              <a:ext cx="305942" cy="538275"/>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2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2" name="Google Shape;282;p3"/>
            <p:cNvSpPr/>
            <p:nvPr/>
          </p:nvSpPr>
          <p:spPr>
            <a:xfrm rot="1800000">
              <a:off x="5508097" y="1586019"/>
              <a:ext cx="315144" cy="538275"/>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59EFC0">
                    <a:alpha val="2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283" name="Google Shape;283;p3"/>
          <p:cNvSpPr txBox="1"/>
          <p:nvPr>
            <p:ph type="title"/>
          </p:nvPr>
        </p:nvSpPr>
        <p:spPr>
          <a:xfrm>
            <a:off x="198638" y="684580"/>
            <a:ext cx="3442684" cy="703858"/>
          </a:xfrm>
          <a:prstGeom prst="rect">
            <a:avLst/>
          </a:prstGeom>
          <a:noFill/>
          <a:ln>
            <a:noFill/>
          </a:ln>
        </p:spPr>
        <p:txBody>
          <a:bodyPr anchorCtr="0" anchor="b" bIns="0" lIns="0" spcFirstLastPara="1" rIns="0" wrap="square" tIns="0">
            <a:noAutofit/>
          </a:bodyPr>
          <a:lstStyle/>
          <a:p>
            <a:pPr indent="0" lvl="0" marL="0" rtl="0" algn="r">
              <a:lnSpc>
                <a:spcPct val="90000"/>
              </a:lnSpc>
              <a:spcBef>
                <a:spcPts val="0"/>
              </a:spcBef>
              <a:spcAft>
                <a:spcPts val="0"/>
              </a:spcAft>
              <a:buClr>
                <a:schemeClr val="lt1"/>
              </a:buClr>
              <a:buSzPts val="3600"/>
              <a:buFont typeface="Play"/>
              <a:buNone/>
            </a:pPr>
            <a:r>
              <a:rPr b="1" lang="en-US" sz="3600"/>
              <a:t>Our Solution</a:t>
            </a:r>
            <a:endParaRPr b="1" sz="3600"/>
          </a:p>
        </p:txBody>
      </p:sp>
      <p:pic>
        <p:nvPicPr>
          <p:cNvPr descr="A close-up of a graph" id="284" name="Google Shape;284;p3"/>
          <p:cNvPicPr preferRelativeResize="0"/>
          <p:nvPr>
            <p:ph idx="2" type="pic"/>
          </p:nvPr>
        </p:nvPicPr>
        <p:blipFill rotWithShape="1">
          <a:blip r:embed="rId3">
            <a:alphaModFix/>
          </a:blip>
          <a:srcRect b="0" l="9" r="9" t="0"/>
          <a:stretch/>
        </p:blipFill>
        <p:spPr>
          <a:xfrm>
            <a:off x="6095588" y="0"/>
            <a:ext cx="6095998" cy="6858000"/>
          </a:xfrm>
          <a:prstGeom prst="rect">
            <a:avLst/>
          </a:prstGeom>
          <a:noFill/>
          <a:ln>
            <a:noFill/>
          </a:ln>
        </p:spPr>
      </p:pic>
      <p:sp>
        <p:nvSpPr>
          <p:cNvPr id="285" name="Google Shape;285;p3"/>
          <p:cNvSpPr/>
          <p:nvPr/>
        </p:nvSpPr>
        <p:spPr>
          <a:xfrm>
            <a:off x="1189378" y="5232629"/>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286" name="Google Shape;286;p3"/>
          <p:cNvSpPr txBox="1"/>
          <p:nvPr/>
        </p:nvSpPr>
        <p:spPr>
          <a:xfrm>
            <a:off x="199117" y="2005708"/>
            <a:ext cx="6077712" cy="34470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D8D8D8"/>
                </a:solidFill>
                <a:latin typeface="Times New Roman"/>
                <a:ea typeface="Times New Roman"/>
                <a:cs typeface="Times New Roman"/>
                <a:sym typeface="Times New Roman"/>
              </a:rPr>
              <a:t>Our solution was to create a web app that combines the ability to detect AI written content, but then also to have it be able to “Humanize” what was written by the AI by changing the wording to sound more natural.</a:t>
            </a:r>
            <a:endParaRPr sz="1800">
              <a:solidFill>
                <a:srgbClr val="D8D8D8"/>
              </a:solidFill>
              <a:latin typeface="Times New Roman"/>
              <a:ea typeface="Times New Roman"/>
              <a:cs typeface="Times New Roman"/>
              <a:sym typeface="Times New Roman"/>
            </a:endParaRPr>
          </a:p>
          <a:p>
            <a:pPr indent="0" lvl="0" marL="0" marR="0" rtl="0" algn="l">
              <a:spcBef>
                <a:spcPts val="0"/>
              </a:spcBef>
              <a:spcAft>
                <a:spcPts val="0"/>
              </a:spcAft>
              <a:buNone/>
            </a:pPr>
            <a:r>
              <a:rPr lang="en-US" sz="1800">
                <a:solidFill>
                  <a:srgbClr val="D8D8D8"/>
                </a:solidFill>
                <a:latin typeface="Times New Roman"/>
                <a:ea typeface="Times New Roman"/>
                <a:cs typeface="Times New Roman"/>
                <a:sym typeface="Times New Roman"/>
              </a:rPr>
              <a:t>We set out with a few goals in mind:</a:t>
            </a:r>
            <a:endParaRPr sz="1800">
              <a:solidFill>
                <a:srgbClr val="D8D8D8"/>
              </a:solidFill>
              <a:latin typeface="Times New Roman"/>
              <a:ea typeface="Times New Roman"/>
              <a:cs typeface="Times New Roman"/>
              <a:sym typeface="Times New Roman"/>
            </a:endParaRPr>
          </a:p>
          <a:p>
            <a:pPr indent="-285750" lvl="0" marL="285750" marR="0" rtl="0" algn="l">
              <a:spcBef>
                <a:spcPts val="0"/>
              </a:spcBef>
              <a:spcAft>
                <a:spcPts val="0"/>
              </a:spcAft>
              <a:buClr>
                <a:srgbClr val="D8D8D8"/>
              </a:buClr>
              <a:buSzPts val="1800"/>
              <a:buFont typeface="Arial"/>
              <a:buChar char="•"/>
            </a:pPr>
            <a:r>
              <a:rPr lang="en-US" sz="1800">
                <a:solidFill>
                  <a:srgbClr val="D8D8D8"/>
                </a:solidFill>
                <a:latin typeface="Times New Roman"/>
                <a:ea typeface="Times New Roman"/>
                <a:cs typeface="Times New Roman"/>
                <a:sym typeface="Times New Roman"/>
              </a:rPr>
              <a:t>Build a functional full-stack AI-powered web application</a:t>
            </a:r>
            <a:endParaRPr sz="1800">
              <a:solidFill>
                <a:srgbClr val="D8D8D8"/>
              </a:solidFill>
              <a:latin typeface="Times New Roman"/>
              <a:ea typeface="Times New Roman"/>
              <a:cs typeface="Times New Roman"/>
              <a:sym typeface="Times New Roman"/>
            </a:endParaRPr>
          </a:p>
          <a:p>
            <a:pPr indent="-285750" lvl="0" marL="285750" marR="0" rtl="0" algn="l">
              <a:spcBef>
                <a:spcPts val="0"/>
              </a:spcBef>
              <a:spcAft>
                <a:spcPts val="0"/>
              </a:spcAft>
              <a:buClr>
                <a:srgbClr val="D8D8D8"/>
              </a:buClr>
              <a:buSzPts val="1800"/>
              <a:buFont typeface="Arial"/>
              <a:buChar char="•"/>
            </a:pPr>
            <a:r>
              <a:rPr lang="en-US" sz="1800">
                <a:solidFill>
                  <a:srgbClr val="D8D8D8"/>
                </a:solidFill>
                <a:latin typeface="Times New Roman"/>
                <a:ea typeface="Times New Roman"/>
                <a:cs typeface="Times New Roman"/>
                <a:sym typeface="Times New Roman"/>
              </a:rPr>
              <a:t>Provide measurable AI detection results</a:t>
            </a:r>
            <a:endParaRPr sz="1800">
              <a:solidFill>
                <a:srgbClr val="D8D8D8"/>
              </a:solidFill>
              <a:latin typeface="Times New Roman"/>
              <a:ea typeface="Times New Roman"/>
              <a:cs typeface="Times New Roman"/>
              <a:sym typeface="Times New Roman"/>
            </a:endParaRPr>
          </a:p>
          <a:p>
            <a:pPr indent="-285750" lvl="0" marL="285750" marR="0" rtl="0" algn="l">
              <a:spcBef>
                <a:spcPts val="0"/>
              </a:spcBef>
              <a:spcAft>
                <a:spcPts val="0"/>
              </a:spcAft>
              <a:buClr>
                <a:srgbClr val="D8D8D8"/>
              </a:buClr>
              <a:buSzPts val="1800"/>
              <a:buFont typeface="Arial"/>
              <a:buChar char="•"/>
            </a:pPr>
            <a:r>
              <a:rPr lang="en-US" sz="1800">
                <a:solidFill>
                  <a:srgbClr val="D8D8D8"/>
                </a:solidFill>
                <a:latin typeface="Times New Roman"/>
                <a:ea typeface="Times New Roman"/>
                <a:cs typeface="Times New Roman"/>
                <a:sym typeface="Times New Roman"/>
              </a:rPr>
              <a:t>Implement meaningful text transformation while preserving semantic content</a:t>
            </a:r>
            <a:endParaRPr sz="1800">
              <a:solidFill>
                <a:srgbClr val="D8D8D8"/>
              </a:solidFill>
              <a:latin typeface="Times New Roman"/>
              <a:ea typeface="Times New Roman"/>
              <a:cs typeface="Times New Roman"/>
              <a:sym typeface="Times New Roman"/>
            </a:endParaRPr>
          </a:p>
          <a:p>
            <a:pPr indent="-285750" lvl="0" marL="285750" marR="0" rtl="0" algn="l">
              <a:spcBef>
                <a:spcPts val="0"/>
              </a:spcBef>
              <a:spcAft>
                <a:spcPts val="0"/>
              </a:spcAft>
              <a:buClr>
                <a:srgbClr val="D8D8D8"/>
              </a:buClr>
              <a:buSzPts val="1800"/>
              <a:buFont typeface="Arial"/>
              <a:buChar char="•"/>
            </a:pPr>
            <a:r>
              <a:rPr lang="en-US" sz="1800">
                <a:solidFill>
                  <a:srgbClr val="D8D8D8"/>
                </a:solidFill>
                <a:latin typeface="Times New Roman"/>
                <a:ea typeface="Times New Roman"/>
                <a:cs typeface="Times New Roman"/>
                <a:sym typeface="Times New Roman"/>
              </a:rPr>
              <a:t>Evaluate system performance using real test data</a:t>
            </a:r>
            <a:endParaRPr sz="2000">
              <a:solidFill>
                <a:srgbClr val="D8D8D8"/>
              </a:solidFill>
              <a:latin typeface="Times New Roman"/>
              <a:ea typeface="Times New Roman"/>
              <a:cs typeface="Times New Roman"/>
              <a:sym typeface="Times New Roman"/>
            </a:endParaRPr>
          </a:p>
          <a:p>
            <a:pPr indent="0" lvl="0" marL="0" marR="0" rtl="0" algn="l">
              <a:spcBef>
                <a:spcPts val="0"/>
              </a:spcBef>
              <a:spcAft>
                <a:spcPts val="0"/>
              </a:spcAft>
              <a:buNone/>
            </a:pPr>
            <a:br>
              <a:rPr lang="en-US" sz="1800">
                <a:solidFill>
                  <a:schemeClr val="lt1"/>
                </a:solidFill>
                <a:latin typeface="Gill Sans"/>
                <a:ea typeface="Gill Sans"/>
                <a:cs typeface="Gill Sans"/>
                <a:sym typeface="Gill Sans"/>
              </a:rPr>
            </a:br>
            <a:endParaRPr sz="2000">
              <a:solidFill>
                <a:srgbClr val="D8D8D8"/>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
          <p:cNvSpPr txBox="1"/>
          <p:nvPr>
            <p:ph type="title"/>
          </p:nvPr>
        </p:nvSpPr>
        <p:spPr>
          <a:xfrm>
            <a:off x="697166" y="516762"/>
            <a:ext cx="4814885" cy="706505"/>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lt1"/>
              </a:buClr>
              <a:buSzPts val="4000"/>
              <a:buFont typeface="Play"/>
              <a:buNone/>
            </a:pPr>
            <a:r>
              <a:rPr b="1" lang="en-US"/>
              <a:t>Related Work</a:t>
            </a:r>
            <a:endParaRPr b="1"/>
          </a:p>
        </p:txBody>
      </p:sp>
      <p:sp>
        <p:nvSpPr>
          <p:cNvPr id="293" name="Google Shape;293;p4"/>
          <p:cNvSpPr txBox="1"/>
          <p:nvPr>
            <p:ph idx="1" type="body"/>
          </p:nvPr>
        </p:nvSpPr>
        <p:spPr>
          <a:xfrm>
            <a:off x="697167" y="1548303"/>
            <a:ext cx="8173780" cy="3979625"/>
          </a:xfrm>
          <a:prstGeom prst="rect">
            <a:avLst/>
          </a:prstGeom>
          <a:noFill/>
          <a:ln>
            <a:noFill/>
          </a:ln>
        </p:spPr>
        <p:txBody>
          <a:bodyPr anchorCtr="0" anchor="t" bIns="0" lIns="0" spcFirstLastPara="1" rIns="0" wrap="square" tIns="0">
            <a:normAutofit fontScale="92500" lnSpcReduction="20000"/>
          </a:bodyPr>
          <a:lstStyle/>
          <a:p>
            <a:pPr indent="0" lvl="0" marL="228600" rtl="0" algn="l">
              <a:lnSpc>
                <a:spcPct val="110000"/>
              </a:lnSpc>
              <a:spcBef>
                <a:spcPts val="0"/>
              </a:spcBef>
              <a:spcAft>
                <a:spcPts val="0"/>
              </a:spcAft>
              <a:buClr>
                <a:srgbClr val="D8D8D8"/>
              </a:buClr>
              <a:buSzPct val="100000"/>
              <a:buNone/>
            </a:pPr>
            <a:r>
              <a:rPr lang="en-US">
                <a:solidFill>
                  <a:srgbClr val="D8D8D8"/>
                </a:solidFill>
                <a:latin typeface="Times New Roman"/>
                <a:ea typeface="Times New Roman"/>
                <a:cs typeface="Times New Roman"/>
                <a:sym typeface="Times New Roman"/>
              </a:rPr>
              <a:t>We used several tools and research efforts to explore about AI text detection and humanization:</a:t>
            </a:r>
            <a:endParaRPr>
              <a:solidFill>
                <a:srgbClr val="D8D8D8"/>
              </a:solidFill>
              <a:latin typeface="Times New Roman"/>
              <a:ea typeface="Times New Roman"/>
              <a:cs typeface="Times New Roman"/>
              <a:sym typeface="Times New Roman"/>
            </a:endParaRPr>
          </a:p>
          <a:p>
            <a:pPr indent="0" lvl="0" marL="228600" rtl="0" algn="l">
              <a:lnSpc>
                <a:spcPct val="110000"/>
              </a:lnSpc>
              <a:spcBef>
                <a:spcPts val="1800"/>
              </a:spcBef>
              <a:spcAft>
                <a:spcPts val="0"/>
              </a:spcAft>
              <a:buClr>
                <a:srgbClr val="D8D8D8"/>
              </a:buClr>
              <a:buSzPct val="100000"/>
              <a:buNone/>
            </a:pPr>
            <a:r>
              <a:rPr lang="en-US">
                <a:solidFill>
                  <a:srgbClr val="D8D8D8"/>
                </a:solidFill>
                <a:latin typeface="Times New Roman"/>
                <a:ea typeface="Times New Roman"/>
                <a:cs typeface="Times New Roman"/>
                <a:sym typeface="Times New Roman"/>
              </a:rPr>
              <a:t>The GPTZero tool , which relies on measuring burstiness and perplexity, was one of the first free online tools capable of identifying whether a text was written by humans or produced through AI. Analogously, Sapling AI offers an online detection API which calculates the probability of AI-based writing.</a:t>
            </a:r>
            <a:endParaRPr/>
          </a:p>
          <a:p>
            <a:pPr indent="-228600" lvl="0" marL="228600" rtl="0" algn="l">
              <a:lnSpc>
                <a:spcPct val="110000"/>
              </a:lnSpc>
              <a:spcBef>
                <a:spcPts val="1800"/>
              </a:spcBef>
              <a:spcAft>
                <a:spcPts val="0"/>
              </a:spcAft>
              <a:buClr>
                <a:srgbClr val="D8D8D8"/>
              </a:buClr>
              <a:buSzPct val="100000"/>
              <a:buNone/>
            </a:pPr>
            <a:r>
              <a:rPr lang="en-US">
                <a:solidFill>
                  <a:srgbClr val="D8D8D8"/>
                </a:solidFill>
                <a:latin typeface="Times New Roman"/>
                <a:ea typeface="Times New Roman"/>
                <a:cs typeface="Times New Roman"/>
                <a:sym typeface="Times New Roman"/>
              </a:rPr>
              <a:t>    Regarding humanization, there has been research in paraphrasing techniques with models like T5 and PEGASUS for rewriting text while retaining its meaning. The newer models like GPT-4 and LLaMA have also proven their abilities in style transfer and text rewriting. </a:t>
            </a:r>
            <a:endParaRPr>
              <a:solidFill>
                <a:srgbClr val="D8D8D8"/>
              </a:solidFill>
              <a:latin typeface="Times New Roman"/>
              <a:ea typeface="Times New Roman"/>
              <a:cs typeface="Times New Roman"/>
              <a:sym typeface="Times New Roman"/>
            </a:endParaRPr>
          </a:p>
          <a:p>
            <a:pPr indent="0" lvl="0" marL="0" rtl="0" algn="l">
              <a:lnSpc>
                <a:spcPct val="110000"/>
              </a:lnSpc>
              <a:spcBef>
                <a:spcPts val="1800"/>
              </a:spcBef>
              <a:spcAft>
                <a:spcPts val="0"/>
              </a:spcAft>
              <a:buClr>
                <a:srgbClr val="D8D8D8"/>
              </a:buClr>
              <a:buSzPct val="100000"/>
              <a:buNone/>
            </a:pPr>
            <a:r>
              <a:rPr lang="en-US">
                <a:solidFill>
                  <a:srgbClr val="D8D8D8"/>
                </a:solidFill>
                <a:latin typeface="Times New Roman"/>
                <a:ea typeface="Times New Roman"/>
                <a:cs typeface="Times New Roman"/>
                <a:sym typeface="Times New Roman"/>
              </a:rPr>
              <a:t>Our project stands apart from other existing works in multiple aspects. Our approach is not confined to detection or rewriting but rather encompasses both processes in an integrated web application. Also, our work provides a quantifiable measure of the text alteration post-humanization through cosine similarity, which is not available in other existing works.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
          <p:cNvSpPr txBox="1"/>
          <p:nvPr>
            <p:ph type="title"/>
          </p:nvPr>
        </p:nvSpPr>
        <p:spPr>
          <a:xfrm>
            <a:off x="4681705" y="288056"/>
            <a:ext cx="2701590" cy="790579"/>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chemeClr val="lt1"/>
              </a:buClr>
              <a:buSzPts val="4000"/>
              <a:buFont typeface="Play"/>
              <a:buNone/>
            </a:pPr>
            <a:r>
              <a:rPr b="1" lang="en-US"/>
              <a:t>Methods</a:t>
            </a:r>
            <a:endParaRPr/>
          </a:p>
        </p:txBody>
      </p:sp>
      <p:sp>
        <p:nvSpPr>
          <p:cNvPr id="300" name="Google Shape;300;p5"/>
          <p:cNvSpPr txBox="1"/>
          <p:nvPr>
            <p:ph idx="1" type="body"/>
          </p:nvPr>
        </p:nvSpPr>
        <p:spPr>
          <a:xfrm>
            <a:off x="1854284" y="1502280"/>
            <a:ext cx="8356599" cy="4924755"/>
          </a:xfrm>
          <a:prstGeom prst="rect">
            <a:avLst/>
          </a:prstGeom>
          <a:noFill/>
          <a:ln>
            <a:noFill/>
          </a:ln>
        </p:spPr>
        <p:txBody>
          <a:bodyPr anchorCtr="0" anchor="t" bIns="0" lIns="0" spcFirstLastPara="1" rIns="0" wrap="square" tIns="0">
            <a:noAutofit/>
          </a:bodyPr>
          <a:lstStyle/>
          <a:p>
            <a:pPr indent="0" lvl="0" marL="0" rtl="0" algn="l">
              <a:lnSpc>
                <a:spcPct val="110000"/>
              </a:lnSpc>
              <a:spcBef>
                <a:spcPts val="0"/>
              </a:spcBef>
              <a:spcAft>
                <a:spcPts val="0"/>
              </a:spcAft>
              <a:buClr>
                <a:srgbClr val="D8D8D8"/>
              </a:buClr>
              <a:buSzPts val="1600"/>
              <a:buNone/>
            </a:pPr>
            <a:r>
              <a:rPr lang="en-US" sz="1600">
                <a:solidFill>
                  <a:srgbClr val="D8D8D8"/>
                </a:solidFill>
                <a:latin typeface="Times New Roman"/>
                <a:ea typeface="Times New Roman"/>
                <a:cs typeface="Times New Roman"/>
                <a:sym typeface="Times New Roman"/>
              </a:rPr>
              <a:t>The system provides two core features:</a:t>
            </a:r>
            <a:endParaRPr sz="1600">
              <a:solidFill>
                <a:srgbClr val="D8D8D8"/>
              </a:solidFill>
              <a:latin typeface="Times New Roman"/>
              <a:ea typeface="Times New Roman"/>
              <a:cs typeface="Times New Roman"/>
              <a:sym typeface="Times New Roman"/>
            </a:endParaRPr>
          </a:p>
          <a:p>
            <a:pPr indent="0" lvl="0" marL="0" rtl="0" algn="l">
              <a:lnSpc>
                <a:spcPct val="110000"/>
              </a:lnSpc>
              <a:spcBef>
                <a:spcPts val="1800"/>
              </a:spcBef>
              <a:spcAft>
                <a:spcPts val="0"/>
              </a:spcAft>
              <a:buClr>
                <a:srgbClr val="D8D8D8"/>
              </a:buClr>
              <a:buSzPts val="1600"/>
              <a:buNone/>
            </a:pPr>
            <a:r>
              <a:rPr lang="en-US" sz="1600">
                <a:solidFill>
                  <a:srgbClr val="D8D8D8"/>
                </a:solidFill>
                <a:latin typeface="Times New Roman"/>
                <a:ea typeface="Times New Roman"/>
                <a:cs typeface="Times New Roman"/>
                <a:sym typeface="Times New Roman"/>
              </a:rPr>
              <a:t>1. AI Detection</a:t>
            </a:r>
            <a:endParaRPr sz="1600">
              <a:solidFill>
                <a:srgbClr val="D8D8D8"/>
              </a:solidFill>
              <a:latin typeface="Times New Roman"/>
              <a:ea typeface="Times New Roman"/>
              <a:cs typeface="Times New Roman"/>
              <a:sym typeface="Times New Roman"/>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Users paste an essay into the application</a:t>
            </a:r>
            <a:endParaRPr sz="1600">
              <a:solidFill>
                <a:srgbClr val="D8D8D8"/>
              </a:solidFill>
              <a:latin typeface="Times New Roman"/>
              <a:ea typeface="Times New Roman"/>
              <a:cs typeface="Times New Roman"/>
              <a:sym typeface="Times New Roman"/>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The text is analyzed using the Sapling AI Detection API</a:t>
            </a:r>
            <a:endParaRPr sz="1600">
              <a:solidFill>
                <a:srgbClr val="D8D8D8"/>
              </a:solidFill>
              <a:latin typeface="Times New Roman"/>
              <a:ea typeface="Times New Roman"/>
              <a:cs typeface="Times New Roman"/>
              <a:sym typeface="Times New Roman"/>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The system returns a score (0–100%) indicating the likelihood that the text is AI-generated</a:t>
            </a:r>
            <a:endParaRPr/>
          </a:p>
          <a:p>
            <a:pPr indent="0" lvl="0" marL="0" rtl="0" algn="l">
              <a:lnSpc>
                <a:spcPct val="110000"/>
              </a:lnSpc>
              <a:spcBef>
                <a:spcPts val="1800"/>
              </a:spcBef>
              <a:spcAft>
                <a:spcPts val="0"/>
              </a:spcAft>
              <a:buClr>
                <a:srgbClr val="D8D8D8"/>
              </a:buClr>
              <a:buSzPts val="1600"/>
              <a:buNone/>
            </a:pPr>
            <a:r>
              <a:rPr lang="en-US" sz="1600">
                <a:solidFill>
                  <a:srgbClr val="D8D8D8"/>
                </a:solidFill>
                <a:latin typeface="Times New Roman"/>
                <a:ea typeface="Times New Roman"/>
                <a:cs typeface="Times New Roman"/>
                <a:sym typeface="Times New Roman"/>
              </a:rPr>
              <a:t>2. Humanization (Humanizer)</a:t>
            </a:r>
            <a:endParaRPr sz="1600">
              <a:solidFill>
                <a:srgbClr val="D8D8D8"/>
              </a:solidFill>
              <a:latin typeface="Times New Roman"/>
              <a:ea typeface="Times New Roman"/>
              <a:cs typeface="Times New Roman"/>
              <a:sym typeface="Times New Roman"/>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The essay is sent to the Groq LLaMA 3.3 70B model</a:t>
            </a:r>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The essay is rewritten to sound more natural and human-like while preserving the original meaning</a:t>
            </a:r>
            <a:endParaRPr sz="1600">
              <a:solidFill>
                <a:srgbClr val="D8D8D8"/>
              </a:solidFill>
              <a:latin typeface="Times New Roman"/>
              <a:ea typeface="Times New Roman"/>
              <a:cs typeface="Times New Roman"/>
              <a:sym typeface="Times New Roman"/>
            </a:endParaRPr>
          </a:p>
          <a:p>
            <a:pPr indent="-285750" lvl="0" marL="285750" rtl="0" algn="l">
              <a:lnSpc>
                <a:spcPct val="110000"/>
              </a:lnSpc>
              <a:spcBef>
                <a:spcPts val="1800"/>
              </a:spcBef>
              <a:spcAft>
                <a:spcPts val="0"/>
              </a:spcAft>
              <a:buClr>
                <a:srgbClr val="D8D8D8"/>
              </a:buClr>
              <a:buSzPts val="1600"/>
              <a:buFont typeface="Arial"/>
              <a:buChar char="•"/>
            </a:pPr>
            <a:r>
              <a:rPr lang="en-US" sz="1600">
                <a:solidFill>
                  <a:srgbClr val="D8D8D8"/>
                </a:solidFill>
                <a:latin typeface="Times New Roman"/>
                <a:ea typeface="Times New Roman"/>
                <a:cs typeface="Times New Roman"/>
                <a:sym typeface="Times New Roman"/>
              </a:rPr>
              <a:t>A rewriting analysis shows how much the wording changed compared to the original</a:t>
            </a:r>
            <a:endParaRPr sz="1600">
              <a:solidFill>
                <a:srgbClr val="D8D8D8"/>
              </a:solidFill>
              <a:latin typeface="Times New Roman"/>
              <a:ea typeface="Times New Roman"/>
              <a:cs typeface="Times New Roman"/>
              <a:sym typeface="Times New Roman"/>
            </a:endParaRPr>
          </a:p>
          <a:p>
            <a:pPr indent="0" lvl="0" marL="0" rtl="0" algn="l">
              <a:lnSpc>
                <a:spcPct val="110000"/>
              </a:lnSpc>
              <a:spcBef>
                <a:spcPts val="1800"/>
              </a:spcBef>
              <a:spcAft>
                <a:spcPts val="0"/>
              </a:spcAft>
              <a:buClr>
                <a:schemeClr val="lt1"/>
              </a:buClr>
              <a:buSzPts val="1600"/>
              <a:buNone/>
            </a:pPr>
            <a:r>
              <a:t/>
            </a:r>
            <a:endParaRPr sz="1600">
              <a:solidFill>
                <a:srgbClr val="D8D8D8"/>
              </a:solidFill>
              <a:latin typeface="Times New Roman"/>
              <a:ea typeface="Times New Roman"/>
              <a:cs typeface="Times New Roman"/>
              <a:sym typeface="Times New Roman"/>
            </a:endParaRPr>
          </a:p>
        </p:txBody>
      </p:sp>
      <p:sp>
        <p:nvSpPr>
          <p:cNvPr id="301" name="Google Shape;301;p5"/>
          <p:cNvSpPr/>
          <p:nvPr/>
        </p:nvSpPr>
        <p:spPr>
          <a:xfrm>
            <a:off x="10213062" y="1997472"/>
            <a:ext cx="1080000" cy="108000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2" name="Google Shape;302;p5"/>
          <p:cNvSpPr/>
          <p:nvPr/>
        </p:nvSpPr>
        <p:spPr>
          <a:xfrm>
            <a:off x="313747" y="373208"/>
            <a:ext cx="618790" cy="618790"/>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03" name="Google Shape;303;p5"/>
          <p:cNvSpPr/>
          <p:nvPr/>
        </p:nvSpPr>
        <p:spPr>
          <a:xfrm>
            <a:off x="11028536" y="6161734"/>
            <a:ext cx="525211" cy="531895"/>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g38b48ac3d0b_0_0"/>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How AI Detection Works</a:t>
            </a:r>
            <a:endParaRPr/>
          </a:p>
        </p:txBody>
      </p:sp>
      <p:sp>
        <p:nvSpPr>
          <p:cNvPr id="310" name="Google Shape;310;g38b48ac3d0b_0_0"/>
          <p:cNvSpPr txBox="1"/>
          <p:nvPr>
            <p:ph idx="1" type="body"/>
          </p:nvPr>
        </p:nvSpPr>
        <p:spPr>
          <a:xfrm>
            <a:off x="550862" y="2097175"/>
            <a:ext cx="5435700" cy="3995700"/>
          </a:xfrm>
          <a:prstGeom prst="rect">
            <a:avLst/>
          </a:prstGeom>
        </p:spPr>
        <p:txBody>
          <a:bodyPr anchorCtr="0" anchor="t" bIns="0" lIns="0" spcFirstLastPara="1" rIns="0" wrap="square" tIns="0">
            <a:normAutofit lnSpcReduction="10000"/>
          </a:bodyPr>
          <a:lstStyle/>
          <a:p>
            <a:pPr indent="0" lvl="0" marL="0" rtl="0" algn="l">
              <a:spcBef>
                <a:spcPts val="1000"/>
              </a:spcBef>
              <a:spcAft>
                <a:spcPts val="0"/>
              </a:spcAft>
              <a:buClr>
                <a:schemeClr val="dk1"/>
              </a:buClr>
              <a:buSzPts val="1100"/>
              <a:buFont typeface="Arial"/>
              <a:buNone/>
            </a:pPr>
            <a:r>
              <a:rPr lang="en-US"/>
              <a:t>We use the Sapling AI Detection API to analyze text.</a:t>
            </a:r>
            <a:endParaRPr/>
          </a:p>
          <a:p>
            <a:pPr indent="0" lvl="0" marL="0" rtl="0" algn="l">
              <a:spcBef>
                <a:spcPts val="1000"/>
              </a:spcBef>
              <a:spcAft>
                <a:spcPts val="0"/>
              </a:spcAft>
              <a:buClr>
                <a:schemeClr val="dk1"/>
              </a:buClr>
              <a:buSzPts val="1100"/>
              <a:buFont typeface="Arial"/>
              <a:buNone/>
            </a:pPr>
            <a:r>
              <a:rPr lang="en-US"/>
              <a:t>The model outputs a probability score (0–100%) indicating how likely the text is AI-generated.</a:t>
            </a:r>
            <a:endParaRPr/>
          </a:p>
          <a:p>
            <a:pPr indent="0" lvl="0" marL="0" rtl="0" algn="l">
              <a:spcBef>
                <a:spcPts val="1000"/>
              </a:spcBef>
              <a:spcAft>
                <a:spcPts val="0"/>
              </a:spcAft>
              <a:buClr>
                <a:schemeClr val="dk1"/>
              </a:buClr>
              <a:buSzPts val="1100"/>
              <a:buFont typeface="Arial"/>
              <a:buNone/>
            </a:pPr>
            <a:r>
              <a:rPr lang="en-US"/>
              <a:t>The detection is based on statistical patterns such as:</a:t>
            </a:r>
            <a:endParaRPr/>
          </a:p>
          <a:p>
            <a:pPr indent="-298450" lvl="0" marL="457200" rtl="0" algn="l">
              <a:lnSpc>
                <a:spcPct val="115000"/>
              </a:lnSpc>
              <a:spcBef>
                <a:spcPts val="1200"/>
              </a:spcBef>
              <a:spcAft>
                <a:spcPts val="0"/>
              </a:spcAft>
              <a:buClr>
                <a:schemeClr val="lt1"/>
              </a:buClr>
              <a:buSzPts val="1100"/>
              <a:buChar char="●"/>
            </a:pPr>
            <a:r>
              <a:rPr lang="en-US"/>
              <a:t>Perplexity (predictability of text)</a:t>
            </a:r>
            <a:endParaRPr/>
          </a:p>
          <a:p>
            <a:pPr indent="-298450" lvl="0" marL="457200" rtl="0" algn="l">
              <a:lnSpc>
                <a:spcPct val="115000"/>
              </a:lnSpc>
              <a:spcBef>
                <a:spcPts val="0"/>
              </a:spcBef>
              <a:spcAft>
                <a:spcPts val="0"/>
              </a:spcAft>
              <a:buClr>
                <a:schemeClr val="lt1"/>
              </a:buClr>
              <a:buSzPts val="1100"/>
              <a:buChar char="●"/>
            </a:pPr>
            <a:r>
              <a:rPr lang="en-US"/>
              <a:t>Burstiness (variation in sentence structure)</a:t>
            </a:r>
            <a:endParaRPr/>
          </a:p>
          <a:p>
            <a:pPr indent="0" lvl="0" marL="0" rtl="0" algn="l">
              <a:lnSpc>
                <a:spcPct val="115000"/>
              </a:lnSpc>
              <a:spcBef>
                <a:spcPts val="1200"/>
              </a:spcBef>
              <a:spcAft>
                <a:spcPts val="0"/>
              </a:spcAft>
              <a:buClr>
                <a:schemeClr val="dk1"/>
              </a:buClr>
              <a:buSzPts val="1100"/>
              <a:buFont typeface="Arial"/>
              <a:buNone/>
            </a:pPr>
            <a:r>
              <a:rPr lang="en-US"/>
              <a:t>AI-generated text tends to be:</a:t>
            </a:r>
            <a:endParaRPr/>
          </a:p>
          <a:p>
            <a:pPr indent="-298450" lvl="0" marL="457200" rtl="0" algn="l">
              <a:lnSpc>
                <a:spcPct val="115000"/>
              </a:lnSpc>
              <a:spcBef>
                <a:spcPts val="1200"/>
              </a:spcBef>
              <a:spcAft>
                <a:spcPts val="0"/>
              </a:spcAft>
              <a:buClr>
                <a:schemeClr val="lt1"/>
              </a:buClr>
              <a:buSzPts val="1100"/>
              <a:buChar char="●"/>
            </a:pPr>
            <a:r>
              <a:rPr lang="en-US"/>
              <a:t>More consistent</a:t>
            </a:r>
            <a:endParaRPr/>
          </a:p>
          <a:p>
            <a:pPr indent="-298450" lvl="0" marL="457200" rtl="0" algn="l">
              <a:lnSpc>
                <a:spcPct val="115000"/>
              </a:lnSpc>
              <a:spcBef>
                <a:spcPts val="0"/>
              </a:spcBef>
              <a:spcAft>
                <a:spcPts val="0"/>
              </a:spcAft>
              <a:buClr>
                <a:schemeClr val="lt1"/>
              </a:buClr>
              <a:buSzPts val="1100"/>
              <a:buChar char="●"/>
            </a:pPr>
            <a:r>
              <a:rPr lang="en-US"/>
              <a:t>More predictable</a:t>
            </a:r>
            <a:endParaRPr/>
          </a:p>
          <a:p>
            <a:pPr indent="-298450" lvl="0" marL="457200" rtl="0" algn="l">
              <a:lnSpc>
                <a:spcPct val="115000"/>
              </a:lnSpc>
              <a:spcBef>
                <a:spcPts val="0"/>
              </a:spcBef>
              <a:spcAft>
                <a:spcPts val="0"/>
              </a:spcAft>
              <a:buClr>
                <a:schemeClr val="lt1"/>
              </a:buClr>
              <a:buSzPts val="1100"/>
              <a:buChar char="●"/>
            </a:pPr>
            <a:r>
              <a:rPr lang="en-US"/>
              <a:t>Less diverse in phrasing</a:t>
            </a:r>
            <a:endParaRPr/>
          </a:p>
          <a:p>
            <a:pPr indent="0" lvl="0" marL="0" rtl="0" algn="l">
              <a:spcBef>
                <a:spcPts val="1200"/>
              </a:spcBef>
              <a:spcAft>
                <a:spcPts val="800"/>
              </a:spcAft>
              <a:buNone/>
            </a:pPr>
            <a:r>
              <a:t/>
            </a:r>
            <a:endParaRPr/>
          </a:p>
        </p:txBody>
      </p:sp>
      <p:sp>
        <p:nvSpPr>
          <p:cNvPr id="311" name="Google Shape;311;g38b48ac3d0b_0_0"/>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t>Output Interpretation:</a:t>
            </a:r>
            <a:endParaRPr b="1"/>
          </a:p>
          <a:p>
            <a:pPr indent="-342900" lvl="0" marL="457200" rtl="0" algn="l">
              <a:lnSpc>
                <a:spcPct val="115000"/>
              </a:lnSpc>
              <a:spcBef>
                <a:spcPts val="1200"/>
              </a:spcBef>
              <a:spcAft>
                <a:spcPts val="0"/>
              </a:spcAft>
              <a:buClr>
                <a:schemeClr val="lt1"/>
              </a:buClr>
              <a:buSzPts val="1800"/>
              <a:buFont typeface="Gill Sans"/>
              <a:buChar char="●"/>
            </a:pPr>
            <a:r>
              <a:rPr lang="en-US"/>
              <a:t>Score &gt; 70% → AI Generated</a:t>
            </a:r>
            <a:endParaRPr/>
          </a:p>
          <a:p>
            <a:pPr indent="-342900" lvl="0" marL="457200" rtl="0" algn="l">
              <a:lnSpc>
                <a:spcPct val="115000"/>
              </a:lnSpc>
              <a:spcBef>
                <a:spcPts val="0"/>
              </a:spcBef>
              <a:spcAft>
                <a:spcPts val="0"/>
              </a:spcAft>
              <a:buClr>
                <a:schemeClr val="lt1"/>
              </a:buClr>
              <a:buSzPts val="1800"/>
              <a:buFont typeface="Gill Sans"/>
              <a:buChar char="●"/>
            </a:pPr>
            <a:r>
              <a:rPr lang="en-US"/>
              <a:t>Score &lt; 40% → Human Written</a:t>
            </a:r>
            <a:endParaRPr/>
          </a:p>
          <a:p>
            <a:pPr indent="0" lvl="0" marL="0" rtl="0" algn="l">
              <a:spcBef>
                <a:spcPts val="1200"/>
              </a:spcBef>
              <a:spcAft>
                <a:spcPts val="8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g38b48ac3d0b_0_10"/>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How Rewriting Works</a:t>
            </a:r>
            <a:endParaRPr/>
          </a:p>
        </p:txBody>
      </p:sp>
      <p:sp>
        <p:nvSpPr>
          <p:cNvPr id="318" name="Google Shape;318;g38b48ac3d0b_0_10"/>
          <p:cNvSpPr txBox="1"/>
          <p:nvPr>
            <p:ph idx="1" type="body"/>
          </p:nvPr>
        </p:nvSpPr>
        <p:spPr>
          <a:xfrm>
            <a:off x="550862" y="2097175"/>
            <a:ext cx="5435700" cy="3995700"/>
          </a:xfrm>
          <a:prstGeom prst="rect">
            <a:avLst/>
          </a:prstGeom>
        </p:spPr>
        <p:txBody>
          <a:bodyPr anchorCtr="0" anchor="t" bIns="0" lIns="0" spcFirstLastPara="1" rIns="0" wrap="square" tIns="0">
            <a:normAutofit/>
          </a:bodyPr>
          <a:lstStyle/>
          <a:p>
            <a:pPr indent="0" lvl="0" marL="0" rtl="0" algn="l">
              <a:spcBef>
                <a:spcPts val="1000"/>
              </a:spcBef>
              <a:spcAft>
                <a:spcPts val="0"/>
              </a:spcAft>
              <a:buClr>
                <a:schemeClr val="dk1"/>
              </a:buClr>
              <a:buSzPts val="1100"/>
              <a:buFont typeface="Arial"/>
              <a:buNone/>
            </a:pPr>
            <a:r>
              <a:rPr lang="en-US"/>
              <a:t>We use the Groq LLaMA 3.3 70B model to rewrite text.</a:t>
            </a:r>
            <a:endParaRPr/>
          </a:p>
          <a:p>
            <a:pPr indent="0" lvl="0" marL="0" rtl="0" algn="l">
              <a:spcBef>
                <a:spcPts val="1000"/>
              </a:spcBef>
              <a:spcAft>
                <a:spcPts val="0"/>
              </a:spcAft>
              <a:buClr>
                <a:schemeClr val="dk1"/>
              </a:buClr>
              <a:buSzPts val="1100"/>
              <a:buFont typeface="Arial"/>
              <a:buNone/>
            </a:pPr>
            <a:r>
              <a:rPr lang="en-US"/>
              <a:t>The model is guided by a prompt to:</a:t>
            </a:r>
            <a:endParaRPr/>
          </a:p>
          <a:p>
            <a:pPr indent="-298450" lvl="0" marL="457200" rtl="0" algn="l">
              <a:lnSpc>
                <a:spcPct val="115000"/>
              </a:lnSpc>
              <a:spcBef>
                <a:spcPts val="1200"/>
              </a:spcBef>
              <a:spcAft>
                <a:spcPts val="0"/>
              </a:spcAft>
              <a:buClr>
                <a:schemeClr val="lt1"/>
              </a:buClr>
              <a:buSzPts val="1100"/>
              <a:buChar char="●"/>
            </a:pPr>
            <a:r>
              <a:rPr lang="en-US"/>
              <a:t>Preserve the original meaning</a:t>
            </a:r>
            <a:endParaRPr/>
          </a:p>
          <a:p>
            <a:pPr indent="-298450" lvl="0" marL="457200" rtl="0" algn="l">
              <a:lnSpc>
                <a:spcPct val="115000"/>
              </a:lnSpc>
              <a:spcBef>
                <a:spcPts val="0"/>
              </a:spcBef>
              <a:spcAft>
                <a:spcPts val="0"/>
              </a:spcAft>
              <a:buClr>
                <a:schemeClr val="lt1"/>
              </a:buClr>
              <a:buSzPts val="1100"/>
              <a:buChar char="●"/>
            </a:pPr>
            <a:r>
              <a:rPr lang="en-US"/>
              <a:t>Use more natural and conversational language</a:t>
            </a:r>
            <a:endParaRPr/>
          </a:p>
          <a:p>
            <a:pPr indent="-298450" lvl="0" marL="457200" rtl="0" algn="l">
              <a:lnSpc>
                <a:spcPct val="115000"/>
              </a:lnSpc>
              <a:spcBef>
                <a:spcPts val="0"/>
              </a:spcBef>
              <a:spcAft>
                <a:spcPts val="0"/>
              </a:spcAft>
              <a:buClr>
                <a:schemeClr val="lt1"/>
              </a:buClr>
              <a:buSzPts val="1100"/>
              <a:buChar char="●"/>
            </a:pPr>
            <a:r>
              <a:rPr lang="en-US"/>
              <a:t>Reduce repetitive or overly formal expressions</a:t>
            </a:r>
            <a:endParaRPr/>
          </a:p>
          <a:p>
            <a:pPr indent="0" lvl="0" marL="0" rtl="0" algn="l">
              <a:lnSpc>
                <a:spcPct val="115000"/>
              </a:lnSpc>
              <a:spcBef>
                <a:spcPts val="1200"/>
              </a:spcBef>
              <a:spcAft>
                <a:spcPts val="0"/>
              </a:spcAft>
              <a:buClr>
                <a:schemeClr val="dk1"/>
              </a:buClr>
              <a:buSzPts val="1100"/>
              <a:buFont typeface="Arial"/>
              <a:buNone/>
            </a:pPr>
            <a:r>
              <a:rPr lang="en-US"/>
              <a:t>The goal is to make AI-generated text:</a:t>
            </a:r>
            <a:endParaRPr/>
          </a:p>
          <a:p>
            <a:pPr indent="-298450" lvl="0" marL="457200" rtl="0" algn="l">
              <a:lnSpc>
                <a:spcPct val="115000"/>
              </a:lnSpc>
              <a:spcBef>
                <a:spcPts val="1200"/>
              </a:spcBef>
              <a:spcAft>
                <a:spcPts val="0"/>
              </a:spcAft>
              <a:buClr>
                <a:schemeClr val="lt1"/>
              </a:buClr>
              <a:buSzPts val="1100"/>
              <a:buChar char="●"/>
            </a:pPr>
            <a:r>
              <a:rPr lang="en-US"/>
              <a:t>Less predictable</a:t>
            </a:r>
            <a:endParaRPr/>
          </a:p>
          <a:p>
            <a:pPr indent="-298450" lvl="0" marL="457200" rtl="0" algn="l">
              <a:lnSpc>
                <a:spcPct val="115000"/>
              </a:lnSpc>
              <a:spcBef>
                <a:spcPts val="0"/>
              </a:spcBef>
              <a:spcAft>
                <a:spcPts val="0"/>
              </a:spcAft>
              <a:buClr>
                <a:schemeClr val="lt1"/>
              </a:buClr>
              <a:buSzPts val="1100"/>
              <a:buChar char="●"/>
            </a:pPr>
            <a:r>
              <a:rPr lang="en-US"/>
              <a:t>More human-like in style</a:t>
            </a:r>
            <a:endParaRPr/>
          </a:p>
          <a:p>
            <a:pPr indent="0" lvl="0" marL="0" rtl="0" algn="l">
              <a:spcBef>
                <a:spcPts val="1200"/>
              </a:spcBef>
              <a:spcAft>
                <a:spcPts val="800"/>
              </a:spcAft>
              <a:buNone/>
            </a:pPr>
            <a:r>
              <a:t/>
            </a:r>
            <a:endParaRPr/>
          </a:p>
        </p:txBody>
      </p:sp>
      <p:sp>
        <p:nvSpPr>
          <p:cNvPr id="319" name="Google Shape;319;g38b48ac3d0b_0_10"/>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t>Key Idea:</a:t>
            </a:r>
            <a:endParaRPr b="1"/>
          </a:p>
          <a:p>
            <a:pPr indent="-342900" lvl="0" marL="457200" rtl="0" algn="l">
              <a:lnSpc>
                <a:spcPct val="115000"/>
              </a:lnSpc>
              <a:spcBef>
                <a:spcPts val="1200"/>
              </a:spcBef>
              <a:spcAft>
                <a:spcPts val="0"/>
              </a:spcAft>
              <a:buClr>
                <a:schemeClr val="lt1"/>
              </a:buClr>
              <a:buSzPts val="1800"/>
              <a:buFont typeface="Gill Sans"/>
              <a:buChar char="●"/>
            </a:pPr>
            <a:r>
              <a:rPr lang="en-US"/>
              <a:t>Change wording, not meaning</a:t>
            </a:r>
            <a:endParaRPr/>
          </a:p>
          <a:p>
            <a:pPr indent="0" lvl="0" marL="0" rtl="0" algn="l">
              <a:spcBef>
                <a:spcPts val="1200"/>
              </a:spcBef>
              <a:spcAft>
                <a:spcPts val="8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g38b48ac3d0b_0_20"/>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Evaluation</a:t>
            </a:r>
            <a:endParaRPr/>
          </a:p>
        </p:txBody>
      </p:sp>
      <p:sp>
        <p:nvSpPr>
          <p:cNvPr id="326" name="Google Shape;326;g38b48ac3d0b_0_20"/>
          <p:cNvSpPr txBox="1"/>
          <p:nvPr>
            <p:ph idx="1" type="body"/>
          </p:nvPr>
        </p:nvSpPr>
        <p:spPr>
          <a:xfrm>
            <a:off x="550862" y="2097175"/>
            <a:ext cx="5435700" cy="3995700"/>
          </a:xfrm>
          <a:prstGeom prst="rect">
            <a:avLst/>
          </a:prstGeom>
        </p:spPr>
        <p:txBody>
          <a:bodyPr anchorCtr="0" anchor="t" bIns="0" lIns="0" spcFirstLastPara="1" rIns="0" wrap="square" tIns="0">
            <a:normAutofit/>
          </a:bodyPr>
          <a:lstStyle/>
          <a:p>
            <a:pPr indent="0" lvl="0" marL="0" rtl="0" algn="l">
              <a:spcBef>
                <a:spcPts val="1000"/>
              </a:spcBef>
              <a:spcAft>
                <a:spcPts val="0"/>
              </a:spcAft>
              <a:buClr>
                <a:schemeClr val="dk1"/>
              </a:buClr>
              <a:buSzPts val="1100"/>
              <a:buFont typeface="Arial"/>
              <a:buNone/>
            </a:pPr>
            <a:r>
              <a:rPr lang="en-US"/>
              <a:t>We evaluate using labeled datasets (AI vs Human essays).</a:t>
            </a:r>
            <a:endParaRPr/>
          </a:p>
          <a:p>
            <a:pPr indent="0" lvl="0" marL="0" rtl="0" algn="l">
              <a:spcBef>
                <a:spcPts val="1000"/>
              </a:spcBef>
              <a:spcAft>
                <a:spcPts val="0"/>
              </a:spcAft>
              <a:buClr>
                <a:schemeClr val="dk1"/>
              </a:buClr>
              <a:buSzPts val="1100"/>
              <a:buFont typeface="Arial"/>
              <a:buNone/>
            </a:pPr>
            <a:r>
              <a:rPr lang="en-US"/>
              <a:t>For each sample:</a:t>
            </a:r>
            <a:endParaRPr/>
          </a:p>
          <a:p>
            <a:pPr indent="-298450" lvl="0" marL="457200" rtl="0" algn="l">
              <a:lnSpc>
                <a:spcPct val="115000"/>
              </a:lnSpc>
              <a:spcBef>
                <a:spcPts val="1200"/>
              </a:spcBef>
              <a:spcAft>
                <a:spcPts val="0"/>
              </a:spcAft>
              <a:buClr>
                <a:schemeClr val="lt1"/>
              </a:buClr>
              <a:buSzPts val="1100"/>
              <a:buAutoNum type="arabicPeriod"/>
            </a:pPr>
            <a:r>
              <a:rPr lang="en-US"/>
              <a:t>Run detection on original text</a:t>
            </a:r>
            <a:endParaRPr/>
          </a:p>
          <a:p>
            <a:pPr indent="-298450" lvl="0" marL="457200" rtl="0" algn="l">
              <a:lnSpc>
                <a:spcPct val="115000"/>
              </a:lnSpc>
              <a:spcBef>
                <a:spcPts val="0"/>
              </a:spcBef>
              <a:spcAft>
                <a:spcPts val="0"/>
              </a:spcAft>
              <a:buClr>
                <a:schemeClr val="lt1"/>
              </a:buClr>
              <a:buSzPts val="1100"/>
              <a:buAutoNum type="arabicPeriod"/>
            </a:pPr>
            <a:r>
              <a:rPr lang="en-US"/>
              <a:t>Rewrite the text</a:t>
            </a:r>
            <a:endParaRPr/>
          </a:p>
          <a:p>
            <a:pPr indent="-298450" lvl="0" marL="457200" rtl="0" algn="l">
              <a:lnSpc>
                <a:spcPct val="115000"/>
              </a:lnSpc>
              <a:spcBef>
                <a:spcPts val="0"/>
              </a:spcBef>
              <a:spcAft>
                <a:spcPts val="0"/>
              </a:spcAft>
              <a:buClr>
                <a:schemeClr val="lt1"/>
              </a:buClr>
              <a:buSzPts val="1100"/>
              <a:buAutoNum type="arabicPeriod"/>
            </a:pPr>
            <a:r>
              <a:rPr lang="en-US"/>
              <a:t>Run detection again</a:t>
            </a:r>
            <a:endParaRPr/>
          </a:p>
          <a:p>
            <a:pPr indent="0" lvl="0" marL="0" rtl="0" algn="l">
              <a:spcBef>
                <a:spcPts val="1200"/>
              </a:spcBef>
              <a:spcAft>
                <a:spcPts val="800"/>
              </a:spcAft>
              <a:buNone/>
            </a:pPr>
            <a:r>
              <a:t/>
            </a:r>
            <a:endParaRPr/>
          </a:p>
        </p:txBody>
      </p:sp>
      <p:sp>
        <p:nvSpPr>
          <p:cNvPr id="327" name="Google Shape;327;g38b48ac3d0b_0_20"/>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Metric:</a:t>
            </a:r>
            <a:endParaRPr b="1">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Score Drop = Original Score – Rewritten Score</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A larger score drop indicates:</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The rewritten text is harder to detect as AI</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The humanization is more effective</a:t>
            </a:r>
            <a:endParaRPr>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8b48ac3d0b_0_30"/>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Similarity</a:t>
            </a:r>
            <a:endParaRPr/>
          </a:p>
        </p:txBody>
      </p:sp>
      <p:sp>
        <p:nvSpPr>
          <p:cNvPr id="334" name="Google Shape;334;g38b48ac3d0b_0_30"/>
          <p:cNvSpPr txBox="1"/>
          <p:nvPr>
            <p:ph idx="1" type="body"/>
          </p:nvPr>
        </p:nvSpPr>
        <p:spPr>
          <a:xfrm>
            <a:off x="550862"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lang="en-US"/>
              <a:t>We use cosine similarity (TF-IDF) to compare:</a:t>
            </a:r>
            <a:endParaRPr/>
          </a:p>
          <a:p>
            <a:pPr indent="-298450" lvl="0" marL="457200" rtl="0" algn="l">
              <a:lnSpc>
                <a:spcPct val="115000"/>
              </a:lnSpc>
              <a:spcBef>
                <a:spcPts val="1200"/>
              </a:spcBef>
              <a:spcAft>
                <a:spcPts val="0"/>
              </a:spcAft>
              <a:buClr>
                <a:schemeClr val="lt1"/>
              </a:buClr>
              <a:buSzPts val="1100"/>
              <a:buChar char="●"/>
            </a:pPr>
            <a:r>
              <a:rPr lang="en-US"/>
              <a:t>Original text</a:t>
            </a:r>
            <a:endParaRPr/>
          </a:p>
          <a:p>
            <a:pPr indent="-298450" lvl="0" marL="457200" rtl="0" algn="l">
              <a:lnSpc>
                <a:spcPct val="115000"/>
              </a:lnSpc>
              <a:spcBef>
                <a:spcPts val="0"/>
              </a:spcBef>
              <a:spcAft>
                <a:spcPts val="0"/>
              </a:spcAft>
              <a:buClr>
                <a:schemeClr val="lt1"/>
              </a:buClr>
              <a:buSzPts val="1100"/>
              <a:buChar char="●"/>
            </a:pPr>
            <a:r>
              <a:rPr lang="en-US"/>
              <a:t>Rewritten text</a:t>
            </a:r>
            <a:endParaRPr/>
          </a:p>
          <a:p>
            <a:pPr indent="0" lvl="0" marL="0" rtl="0" algn="l">
              <a:spcBef>
                <a:spcPts val="1200"/>
              </a:spcBef>
              <a:spcAft>
                <a:spcPts val="800"/>
              </a:spcAft>
              <a:buNone/>
            </a:pPr>
            <a:r>
              <a:t/>
            </a:r>
            <a:endParaRPr/>
          </a:p>
        </p:txBody>
      </p:sp>
      <p:sp>
        <p:nvSpPr>
          <p:cNvPr id="335" name="Google Shape;335;g38b48ac3d0b_0_30"/>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Formula:</a:t>
            </a:r>
            <a:endParaRPr b="1">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Words Changed (%) = (1 - cosine similarity) × 100</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This ensures:</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The meaning is preserved</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Only wording is modified </a:t>
            </a:r>
            <a:endParaRPr>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9" name="Shape 339"/>
        <p:cNvGrpSpPr/>
        <p:nvPr/>
      </p:nvGrpSpPr>
      <p:grpSpPr>
        <a:xfrm>
          <a:off x="0" y="0"/>
          <a:ext cx="0" cy="0"/>
          <a:chOff x="0" y="0"/>
          <a:chExt cx="0" cy="0"/>
        </a:xfrm>
      </p:grpSpPr>
      <p:sp>
        <p:nvSpPr>
          <p:cNvPr id="340" name="Google Shape;340;p6"/>
          <p:cNvSpPr/>
          <p:nvPr/>
        </p:nvSpPr>
        <p:spPr>
          <a:xfrm rot="2700000">
            <a:off x="612445" y="48188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1" name="Google Shape;341;p6"/>
          <p:cNvSpPr/>
          <p:nvPr/>
        </p:nvSpPr>
        <p:spPr>
          <a:xfrm rot="8100000">
            <a:off x="626845" y="828962"/>
            <a:ext cx="540000" cy="108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2" name="Google Shape;342;p6"/>
          <p:cNvSpPr/>
          <p:nvPr/>
        </p:nvSpPr>
        <p:spPr>
          <a:xfrm>
            <a:off x="1800802" y="247285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343" name="Google Shape;343;p6"/>
          <p:cNvGrpSpPr/>
          <p:nvPr/>
        </p:nvGrpSpPr>
        <p:grpSpPr>
          <a:xfrm>
            <a:off x="1292493" y="4299807"/>
            <a:ext cx="2083885" cy="2083885"/>
            <a:chOff x="4842143" y="3556857"/>
            <a:chExt cx="2083885" cy="2083885"/>
          </a:xfrm>
        </p:grpSpPr>
        <p:sp>
          <p:nvSpPr>
            <p:cNvPr id="344" name="Google Shape;344;p6"/>
            <p:cNvSpPr/>
            <p:nvPr/>
          </p:nvSpPr>
          <p:spPr>
            <a:xfrm flipH="1" rot="8100000">
              <a:off x="5005634" y="4191206"/>
              <a:ext cx="1853969" cy="926985"/>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5" name="Google Shape;345;p6"/>
            <p:cNvSpPr/>
            <p:nvPr/>
          </p:nvSpPr>
          <p:spPr>
            <a:xfrm flipH="1" rot="8100000">
              <a:off x="4957101" y="4052255"/>
              <a:ext cx="1853969" cy="1093090"/>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6" name="Google Shape;346;p6"/>
            <p:cNvSpPr/>
            <p:nvPr/>
          </p:nvSpPr>
          <p:spPr>
            <a:xfrm flipH="1" rot="2700000">
              <a:off x="6040374" y="3601683"/>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7" name="Google Shape;347;p6"/>
            <p:cNvSpPr/>
            <p:nvPr/>
          </p:nvSpPr>
          <p:spPr>
            <a:xfrm flipH="1" rot="2700000">
              <a:off x="5059348" y="4582709"/>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348" name="Google Shape;348;p6"/>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49" name="Google Shape;349;p6"/>
          <p:cNvSpPr txBox="1"/>
          <p:nvPr>
            <p:ph type="title"/>
          </p:nvPr>
        </p:nvSpPr>
        <p:spPr>
          <a:xfrm>
            <a:off x="898442" y="555959"/>
            <a:ext cx="6879409" cy="1004937"/>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lt1"/>
              </a:buClr>
              <a:buSzPts val="3400"/>
              <a:buFont typeface="Play"/>
              <a:buNone/>
            </a:pPr>
            <a:r>
              <a:rPr b="1" lang="en-US" sz="3400"/>
              <a:t>Results and Demonstration</a:t>
            </a:r>
            <a:endParaRPr/>
          </a:p>
          <a:p>
            <a:pPr indent="0" lvl="0" marL="0" rtl="0" algn="l">
              <a:lnSpc>
                <a:spcPct val="90000"/>
              </a:lnSpc>
              <a:spcBef>
                <a:spcPts val="0"/>
              </a:spcBef>
              <a:spcAft>
                <a:spcPts val="0"/>
              </a:spcAft>
              <a:buClr>
                <a:schemeClr val="lt1"/>
              </a:buClr>
              <a:buSzPts val="3400"/>
              <a:buFont typeface="Play"/>
              <a:buNone/>
            </a:pPr>
            <a:r>
              <a:t/>
            </a:r>
            <a:endParaRPr b="1" sz="3400"/>
          </a:p>
        </p:txBody>
      </p:sp>
      <p:sp>
        <p:nvSpPr>
          <p:cNvPr id="350" name="Google Shape;350;p6"/>
          <p:cNvSpPr/>
          <p:nvPr/>
        </p:nvSpPr>
        <p:spPr>
          <a:xfrm>
            <a:off x="0" y="2083435"/>
            <a:ext cx="12192000" cy="4774565"/>
          </a:xfrm>
          <a:prstGeom prst="rect">
            <a:avLst/>
          </a:prstGeom>
          <a:solidFill>
            <a:srgbClr val="B7B7D8">
              <a:alpha val="10196"/>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51" name="Google Shape;351;p6"/>
          <p:cNvSpPr/>
          <p:nvPr/>
        </p:nvSpPr>
        <p:spPr>
          <a:xfrm>
            <a:off x="0" y="5773729"/>
            <a:ext cx="12192000" cy="1084271"/>
          </a:xfrm>
          <a:prstGeom prst="rect">
            <a:avLst/>
          </a:prstGeom>
          <a:gradFill>
            <a:gsLst>
              <a:gs pos="0">
                <a:srgbClr val="1B192E">
                  <a:alpha val="0"/>
                </a:srgbClr>
              </a:gs>
              <a:gs pos="40000">
                <a:srgbClr val="1B192E">
                  <a:alpha val="0"/>
                </a:srgbClr>
              </a:gs>
              <a:gs pos="100000">
                <a:srgbClr val="1B192E">
                  <a:alpha val="6000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pic>
        <p:nvPicPr>
          <p:cNvPr descr="A screenshot of a computer&#10;&#10;AI-generated content may be incorrect." id="352" name="Google Shape;352;p6"/>
          <p:cNvPicPr preferRelativeResize="0"/>
          <p:nvPr/>
        </p:nvPicPr>
        <p:blipFill rotWithShape="1">
          <a:blip r:embed="rId3">
            <a:alphaModFix/>
          </a:blip>
          <a:srcRect b="0" l="0" r="0" t="0"/>
          <a:stretch/>
        </p:blipFill>
        <p:spPr>
          <a:xfrm>
            <a:off x="5826243" y="2331919"/>
            <a:ext cx="6038929" cy="4264224"/>
          </a:xfrm>
          <a:custGeom>
            <a:rect b="b" l="l" r="r" t="t"/>
            <a:pathLst>
              <a:path extrusionOk="0" h="4225290" w="6922273">
                <a:moveTo>
                  <a:pt x="0" y="0"/>
                </a:moveTo>
                <a:lnTo>
                  <a:pt x="6922273" y="0"/>
                </a:lnTo>
                <a:lnTo>
                  <a:pt x="6922273" y="4225290"/>
                </a:lnTo>
                <a:lnTo>
                  <a:pt x="0" y="4225290"/>
                </a:lnTo>
                <a:close/>
              </a:path>
            </a:pathLst>
          </a:custGeom>
          <a:noFill/>
          <a:ln>
            <a:noFill/>
          </a:ln>
        </p:spPr>
      </p:pic>
      <p:pic>
        <p:nvPicPr>
          <p:cNvPr descr="A screenshot of a computer&#10;&#10;AI-generated content may be incorrect." id="353" name="Google Shape;353;p6"/>
          <p:cNvPicPr preferRelativeResize="0"/>
          <p:nvPr>
            <p:ph idx="1" type="body"/>
          </p:nvPr>
        </p:nvPicPr>
        <p:blipFill rotWithShape="1">
          <a:blip r:embed="rId4">
            <a:alphaModFix/>
          </a:blip>
          <a:srcRect b="0" l="0" r="0" t="0"/>
          <a:stretch/>
        </p:blipFill>
        <p:spPr>
          <a:xfrm>
            <a:off x="322681" y="2334157"/>
            <a:ext cx="5280211" cy="4268671"/>
          </a:xfrm>
          <a:prstGeom prst="rect">
            <a:avLst/>
          </a:prstGeom>
          <a:noFill/>
          <a:ln>
            <a:noFill/>
          </a:ln>
        </p:spPr>
      </p:pic>
      <p:sp>
        <p:nvSpPr>
          <p:cNvPr id="354" name="Google Shape;354;p6"/>
          <p:cNvSpPr/>
          <p:nvPr/>
        </p:nvSpPr>
        <p:spPr>
          <a:xfrm>
            <a:off x="0" y="5773729"/>
            <a:ext cx="12192000" cy="1084271"/>
          </a:xfrm>
          <a:prstGeom prst="rect">
            <a:avLst/>
          </a:prstGeom>
          <a:gradFill>
            <a:gsLst>
              <a:gs pos="0">
                <a:srgbClr val="1B192E">
                  <a:alpha val="0"/>
                </a:srgbClr>
              </a:gs>
              <a:gs pos="40000">
                <a:srgbClr val="1B192E">
                  <a:alpha val="0"/>
                </a:srgbClr>
              </a:gs>
              <a:gs pos="100000">
                <a:srgbClr val="1B192E">
                  <a:alpha val="6000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55" name="Google Shape;355;p6"/>
          <p:cNvSpPr/>
          <p:nvPr/>
        </p:nvSpPr>
        <p:spPr>
          <a:xfrm>
            <a:off x="9487643" y="283883"/>
            <a:ext cx="1267158" cy="1280526"/>
          </a:xfrm>
          <a:prstGeom prst="ellipse">
            <a:avLst/>
          </a:prstGeom>
          <a:gradFill>
            <a:gsLst>
              <a:gs pos="0">
                <a:srgbClr val="1B182E"/>
              </a:gs>
              <a:gs pos="60000">
                <a:srgbClr val="1B182E"/>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38b48ac3d0b_0_41"/>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Results (Dataset + Accuracy)</a:t>
            </a:r>
            <a:endParaRPr/>
          </a:p>
        </p:txBody>
      </p:sp>
      <p:sp>
        <p:nvSpPr>
          <p:cNvPr id="362" name="Google Shape;362;g38b48ac3d0b_0_41"/>
          <p:cNvSpPr txBox="1"/>
          <p:nvPr>
            <p:ph idx="1" type="body"/>
          </p:nvPr>
        </p:nvSpPr>
        <p:spPr>
          <a:xfrm>
            <a:off x="550862" y="2097175"/>
            <a:ext cx="5435700" cy="3995700"/>
          </a:xfrm>
          <a:prstGeom prst="rect">
            <a:avLst/>
          </a:prstGeom>
        </p:spPr>
        <p:txBody>
          <a:bodyPr anchorCtr="0" anchor="t" bIns="0" lIns="0" spcFirstLastPara="1" rIns="0" wrap="square" tIns="0">
            <a:normAutofit/>
          </a:bodyPr>
          <a:lstStyle/>
          <a:p>
            <a:pPr indent="0" lvl="0" marL="0" rtl="0" algn="l">
              <a:spcBef>
                <a:spcPts val="1000"/>
              </a:spcBef>
              <a:spcAft>
                <a:spcPts val="0"/>
              </a:spcAft>
              <a:buClr>
                <a:schemeClr val="dk1"/>
              </a:buClr>
              <a:buSzPts val="1100"/>
              <a:buFont typeface="Arial"/>
              <a:buNone/>
            </a:pPr>
            <a:r>
              <a:rPr lang="en-US">
                <a:latin typeface="Arial"/>
                <a:ea typeface="Arial"/>
                <a:cs typeface="Arial"/>
                <a:sym typeface="Arial"/>
              </a:rPr>
              <a:t>Dataset: Human vs AI Generated Essays (Kaggle)</a:t>
            </a:r>
            <a:endParaRPr>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lang="en-US">
                <a:latin typeface="Arial"/>
                <a:ea typeface="Arial"/>
                <a:cs typeface="Arial"/>
                <a:sym typeface="Arial"/>
              </a:rPr>
              <a:t>Total samples used: 100</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50 AI-generated</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50 human-written</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Minimal preprocessing:</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Truncated to 2000 characters (API limit)</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Detection Accuracy:</a:t>
            </a:r>
            <a:endParaRPr>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b="1" lang="en-US">
                <a:latin typeface="Arial"/>
                <a:ea typeface="Arial"/>
                <a:cs typeface="Arial"/>
                <a:sym typeface="Arial"/>
              </a:rPr>
              <a:t>90% overall accuracy</a:t>
            </a:r>
            <a:endParaRPr b="1">
              <a:latin typeface="Arial"/>
              <a:ea typeface="Arial"/>
              <a:cs typeface="Arial"/>
              <a:sym typeface="Arial"/>
            </a:endParaRPr>
          </a:p>
          <a:p>
            <a:pPr indent="0" lvl="0" marL="0" rtl="0" algn="l">
              <a:spcBef>
                <a:spcPts val="1200"/>
              </a:spcBef>
              <a:spcAft>
                <a:spcPts val="800"/>
              </a:spcAft>
              <a:buNone/>
            </a:pPr>
            <a:r>
              <a:t/>
            </a:r>
            <a:endParaRPr/>
          </a:p>
        </p:txBody>
      </p:sp>
      <p:sp>
        <p:nvSpPr>
          <p:cNvPr id="363" name="Google Shape;363;g38b48ac3d0b_0_41"/>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Observations:</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Most AI-generated texts were correctly identified</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Errors mainly occurred as false negatives (AI → Human)</a:t>
            </a:r>
            <a:endParaRPr>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38b48ac3d0b_0_52"/>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Results (Rewrite Effect)</a:t>
            </a:r>
            <a:endParaRPr/>
          </a:p>
        </p:txBody>
      </p:sp>
      <p:sp>
        <p:nvSpPr>
          <p:cNvPr id="370" name="Google Shape;370;g38b48ac3d0b_0_52"/>
          <p:cNvSpPr txBox="1"/>
          <p:nvPr>
            <p:ph idx="1" type="body"/>
          </p:nvPr>
        </p:nvSpPr>
        <p:spPr>
          <a:xfrm>
            <a:off x="550862" y="2097175"/>
            <a:ext cx="5435700" cy="3995700"/>
          </a:xfrm>
          <a:prstGeom prst="rect">
            <a:avLst/>
          </a:prstGeom>
        </p:spPr>
        <p:txBody>
          <a:bodyPr anchorCtr="0" anchor="t" bIns="0" lIns="0" spcFirstLastPara="1" rIns="0" wrap="square" tIns="0">
            <a:normAutofit lnSpcReduction="10000"/>
          </a:bodyPr>
          <a:lstStyle/>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We compare detection scores before and after rewriting</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Example Results:</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Sample 1:</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Before: 100%</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After: 82%</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Drop: 18%</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Sample 2:</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Before: 90%</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After: 75%</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Drop: 15%</a:t>
            </a:r>
            <a:endParaRPr>
              <a:latin typeface="Arial"/>
              <a:ea typeface="Arial"/>
              <a:cs typeface="Arial"/>
              <a:sym typeface="Arial"/>
            </a:endParaRPr>
          </a:p>
          <a:p>
            <a:pPr indent="0" lvl="0" marL="0" rtl="0" algn="l">
              <a:spcBef>
                <a:spcPts val="1200"/>
              </a:spcBef>
              <a:spcAft>
                <a:spcPts val="800"/>
              </a:spcAft>
              <a:buNone/>
            </a:pPr>
            <a:r>
              <a:t/>
            </a:r>
            <a:endParaRPr/>
          </a:p>
        </p:txBody>
      </p:sp>
      <p:sp>
        <p:nvSpPr>
          <p:cNvPr id="371" name="Google Shape;371;g38b48ac3d0b_0_52"/>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Summary:</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Average word change: 65–75%</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Rewriting reduces detectability, but:</a:t>
            </a:r>
            <a:endParaRPr>
              <a:latin typeface="Arial"/>
              <a:ea typeface="Arial"/>
              <a:cs typeface="Arial"/>
              <a:sym typeface="Arial"/>
            </a:endParaRPr>
          </a:p>
          <a:p>
            <a:pPr indent="-342900" lvl="1" marL="914400" rtl="0" algn="l">
              <a:lnSpc>
                <a:spcPct val="115000"/>
              </a:lnSpc>
              <a:spcBef>
                <a:spcPts val="0"/>
              </a:spcBef>
              <a:spcAft>
                <a:spcPts val="0"/>
              </a:spcAft>
              <a:buClr>
                <a:schemeClr val="lt1"/>
              </a:buClr>
              <a:buSzPts val="1800"/>
              <a:buChar char="○"/>
            </a:pPr>
            <a:r>
              <a:rPr lang="en-US">
                <a:latin typeface="Arial"/>
                <a:ea typeface="Arial"/>
                <a:cs typeface="Arial"/>
                <a:sym typeface="Arial"/>
              </a:rPr>
              <a:t>AI text is still often detected</a:t>
            </a:r>
            <a:endParaRPr>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g38b48ac3d0b_0_62"/>
          <p:cNvSpPr txBox="1"/>
          <p:nvPr>
            <p:ph type="title"/>
          </p:nvPr>
        </p:nvSpPr>
        <p:spPr>
          <a:xfrm>
            <a:off x="550863" y="508635"/>
            <a:ext cx="11090400" cy="13320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US"/>
              <a:t>L</a:t>
            </a:r>
            <a:r>
              <a:rPr lang="en-US"/>
              <a:t>ive Demo</a:t>
            </a:r>
            <a:endParaRPr/>
          </a:p>
        </p:txBody>
      </p:sp>
      <p:sp>
        <p:nvSpPr>
          <p:cNvPr id="378" name="Google Shape;378;g38b48ac3d0b_0_62"/>
          <p:cNvSpPr txBox="1"/>
          <p:nvPr>
            <p:ph idx="1" type="body"/>
          </p:nvPr>
        </p:nvSpPr>
        <p:spPr>
          <a:xfrm>
            <a:off x="550862" y="2097175"/>
            <a:ext cx="5435700" cy="3995700"/>
          </a:xfrm>
          <a:prstGeom prst="rect">
            <a:avLst/>
          </a:prstGeom>
        </p:spPr>
        <p:txBody>
          <a:bodyPr anchorCtr="0" anchor="t" bIns="0" lIns="0" spcFirstLastPara="1" rIns="0" wrap="square" tIns="0">
            <a:normAutofit lnSpcReduction="10000"/>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Step 1: Detection</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Input AI-generated text</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Detector outputs high AI probability</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Step 2: Humanization</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Click “Paraphraser”</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Text is rewritten using LLaMA model</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Step 3: Analysis</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Compare original vs rewritten text</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Observe wording changes and score differences</a:t>
            </a:r>
            <a:endParaRPr>
              <a:latin typeface="Arial"/>
              <a:ea typeface="Arial"/>
              <a:cs typeface="Arial"/>
              <a:sym typeface="Arial"/>
            </a:endParaRPr>
          </a:p>
          <a:p>
            <a:pPr indent="0" lvl="0" marL="0" rtl="0" algn="l">
              <a:spcBef>
                <a:spcPts val="1200"/>
              </a:spcBef>
              <a:spcAft>
                <a:spcPts val="800"/>
              </a:spcAft>
              <a:buNone/>
            </a:pPr>
            <a:r>
              <a:t/>
            </a:r>
            <a:endParaRPr/>
          </a:p>
        </p:txBody>
      </p:sp>
      <p:sp>
        <p:nvSpPr>
          <p:cNvPr id="379" name="Google Shape;379;g38b48ac3d0b_0_62"/>
          <p:cNvSpPr txBox="1"/>
          <p:nvPr>
            <p:ph idx="2" type="body"/>
          </p:nvPr>
        </p:nvSpPr>
        <p:spPr>
          <a:xfrm>
            <a:off x="6205540" y="2097175"/>
            <a:ext cx="5435700" cy="3995700"/>
          </a:xfrm>
          <a:prstGeom prst="rect">
            <a:avLst/>
          </a:prstGeom>
        </p:spPr>
        <p:txBody>
          <a:bodyPr anchorCtr="0" anchor="t" bIns="0" lIns="0" spcFirstLastPara="1" rIns="0" wrap="square" tIns="0">
            <a:normAutofit/>
          </a:bodyPr>
          <a:lstStyle/>
          <a:p>
            <a:pPr indent="0" lvl="0" marL="0" rtl="0" algn="l">
              <a:lnSpc>
                <a:spcPct val="115000"/>
              </a:lnSpc>
              <a:spcBef>
                <a:spcPts val="1200"/>
              </a:spcBef>
              <a:spcAft>
                <a:spcPts val="0"/>
              </a:spcAft>
              <a:buClr>
                <a:schemeClr val="dk1"/>
              </a:buClr>
              <a:buSzPts val="1100"/>
              <a:buFont typeface="Arial"/>
              <a:buNone/>
            </a:pPr>
            <a:r>
              <a:rPr b="1" lang="en-US">
                <a:latin typeface="Arial"/>
                <a:ea typeface="Arial"/>
                <a:cs typeface="Arial"/>
                <a:sym typeface="Arial"/>
              </a:rPr>
              <a:t>Key Insight:</a:t>
            </a:r>
            <a:endParaRPr b="1">
              <a:latin typeface="Arial"/>
              <a:ea typeface="Arial"/>
              <a:cs typeface="Arial"/>
              <a:sym typeface="Arial"/>
            </a:endParaRPr>
          </a:p>
          <a:p>
            <a:pPr indent="-342900" lvl="0" marL="457200" rtl="0" algn="l">
              <a:lnSpc>
                <a:spcPct val="115000"/>
              </a:lnSpc>
              <a:spcBef>
                <a:spcPts val="1200"/>
              </a:spcBef>
              <a:spcAft>
                <a:spcPts val="0"/>
              </a:spcAft>
              <a:buClr>
                <a:schemeClr val="lt1"/>
              </a:buClr>
              <a:buSzPts val="1800"/>
              <a:buChar char="●"/>
            </a:pPr>
            <a:r>
              <a:rPr lang="en-US">
                <a:latin typeface="Arial"/>
                <a:ea typeface="Arial"/>
                <a:cs typeface="Arial"/>
                <a:sym typeface="Arial"/>
              </a:rPr>
              <a:t>Rewriting improves naturalness</a:t>
            </a:r>
            <a:endParaRPr>
              <a:latin typeface="Arial"/>
              <a:ea typeface="Arial"/>
              <a:cs typeface="Arial"/>
              <a:sym typeface="Arial"/>
            </a:endParaRPr>
          </a:p>
          <a:p>
            <a:pPr indent="-342900" lvl="0" marL="457200" rtl="0" algn="l">
              <a:lnSpc>
                <a:spcPct val="115000"/>
              </a:lnSpc>
              <a:spcBef>
                <a:spcPts val="0"/>
              </a:spcBef>
              <a:spcAft>
                <a:spcPts val="0"/>
              </a:spcAft>
              <a:buClr>
                <a:schemeClr val="lt1"/>
              </a:buClr>
              <a:buSzPts val="1800"/>
              <a:buChar char="●"/>
            </a:pPr>
            <a:r>
              <a:rPr lang="en-US">
                <a:latin typeface="Arial"/>
                <a:ea typeface="Arial"/>
                <a:cs typeface="Arial"/>
                <a:sym typeface="Arial"/>
              </a:rPr>
              <a:t>But does not fully bypass detection </a:t>
            </a:r>
            <a:endParaRPr>
              <a:latin typeface="Arial"/>
              <a:ea typeface="Arial"/>
              <a:cs typeface="Arial"/>
              <a:sym typeface="Arial"/>
            </a:endParaRPr>
          </a:p>
          <a:p>
            <a:pPr indent="0" lvl="0" marL="0" rtl="0" algn="l">
              <a:spcBef>
                <a:spcPts val="1200"/>
              </a:spcBef>
              <a:spcAft>
                <a:spcPts val="8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
          <p:cNvSpPr txBox="1"/>
          <p:nvPr>
            <p:ph type="title"/>
          </p:nvPr>
        </p:nvSpPr>
        <p:spPr>
          <a:xfrm>
            <a:off x="550862" y="498474"/>
            <a:ext cx="9263842" cy="1450217"/>
          </a:xfrm>
          <a:prstGeom prst="rect">
            <a:avLst/>
          </a:prstGeom>
          <a:noFill/>
          <a:ln>
            <a:noFill/>
          </a:ln>
        </p:spPr>
        <p:txBody>
          <a:bodyPr anchorCtr="0" anchor="t" bIns="0" lIns="0" spcFirstLastPara="1" rIns="0" wrap="square" tIns="0">
            <a:normAutofit/>
          </a:bodyPr>
          <a:lstStyle/>
          <a:p>
            <a:pPr indent="0" lvl="0" marL="0" rtl="0" algn="l">
              <a:lnSpc>
                <a:spcPct val="90000"/>
              </a:lnSpc>
              <a:spcBef>
                <a:spcPts val="0"/>
              </a:spcBef>
              <a:spcAft>
                <a:spcPts val="0"/>
              </a:spcAft>
              <a:buClr>
                <a:schemeClr val="lt1"/>
              </a:buClr>
              <a:buSzPts val="4000"/>
              <a:buFont typeface="Play"/>
              <a:buNone/>
            </a:pPr>
            <a:r>
              <a:rPr b="1" lang="en-US"/>
              <a:t>Broader Impact &amp; Future Work</a:t>
            </a:r>
            <a:endParaRPr b="1"/>
          </a:p>
          <a:p>
            <a:pPr indent="0" lvl="0" marL="0" rtl="0" algn="l">
              <a:lnSpc>
                <a:spcPct val="90000"/>
              </a:lnSpc>
              <a:spcBef>
                <a:spcPts val="0"/>
              </a:spcBef>
              <a:spcAft>
                <a:spcPts val="0"/>
              </a:spcAft>
              <a:buClr>
                <a:schemeClr val="lt1"/>
              </a:buClr>
              <a:buSzPts val="4000"/>
              <a:buFont typeface="Play"/>
              <a:buNone/>
            </a:pPr>
            <a:r>
              <a:t/>
            </a:r>
            <a:endParaRPr b="1"/>
          </a:p>
        </p:txBody>
      </p:sp>
      <p:sp>
        <p:nvSpPr>
          <p:cNvPr id="385" name="Google Shape;385;p7"/>
          <p:cNvSpPr txBox="1"/>
          <p:nvPr>
            <p:ph idx="1" type="body"/>
          </p:nvPr>
        </p:nvSpPr>
        <p:spPr>
          <a:xfrm>
            <a:off x="547921" y="1830931"/>
            <a:ext cx="7929940" cy="3979625"/>
          </a:xfrm>
          <a:prstGeom prst="rect">
            <a:avLst/>
          </a:prstGeom>
          <a:noFill/>
          <a:ln>
            <a:noFill/>
          </a:ln>
        </p:spPr>
        <p:txBody>
          <a:bodyPr anchorCtr="0" anchor="t" bIns="0" lIns="0" spcFirstLastPara="1" rIns="0" wrap="square" tIns="0">
            <a:normAutofit fontScale="92500" lnSpcReduction="20000"/>
          </a:bodyPr>
          <a:lstStyle/>
          <a:p>
            <a:pPr indent="-228600" lvl="0" marL="228600" rtl="0" algn="l">
              <a:lnSpc>
                <a:spcPct val="110000"/>
              </a:lnSpc>
              <a:spcBef>
                <a:spcPts val="0"/>
              </a:spcBef>
              <a:spcAft>
                <a:spcPts val="0"/>
              </a:spcAft>
              <a:buClr>
                <a:srgbClr val="D8D8D8"/>
              </a:buClr>
              <a:buSzPct val="100000"/>
              <a:buChar char="•"/>
            </a:pPr>
            <a:r>
              <a:rPr lang="en-US">
                <a:solidFill>
                  <a:srgbClr val="D8D8D8"/>
                </a:solidFill>
                <a:latin typeface="Times New Roman"/>
                <a:ea typeface="Times New Roman"/>
                <a:cs typeface="Times New Roman"/>
                <a:sym typeface="Times New Roman"/>
              </a:rPr>
              <a:t>Being able to detect the percentage of AI-written content in an essay is a useful tool for academic integrity and allowing others to find how much content was generated by AI. However, we also added the ability for this application to work backwards and paraphrase information to make the information in an essay sound more “human” in it’s way of speaking. This could allow for an AI to take an essay and explain it in more natural language without the loss of the important information in the essay.</a:t>
            </a:r>
            <a:endParaRPr/>
          </a:p>
          <a:p>
            <a:pPr indent="-228600" lvl="0" marL="228600" rtl="0" algn="l">
              <a:lnSpc>
                <a:spcPct val="110000"/>
              </a:lnSpc>
              <a:spcBef>
                <a:spcPts val="1800"/>
              </a:spcBef>
              <a:spcAft>
                <a:spcPts val="0"/>
              </a:spcAft>
              <a:buClr>
                <a:srgbClr val="D8D8D8"/>
              </a:buClr>
              <a:buSzPct val="100000"/>
              <a:buChar char="•"/>
            </a:pPr>
            <a:r>
              <a:rPr lang="en-US">
                <a:solidFill>
                  <a:srgbClr val="D8D8D8"/>
                </a:solidFill>
                <a:latin typeface="Times New Roman"/>
                <a:ea typeface="Times New Roman"/>
                <a:cs typeface="Times New Roman"/>
                <a:sym typeface="Times New Roman"/>
              </a:rPr>
              <a:t>Future work is to Integrate a more powerful detection model trained on paraphrased content, Add sentence-level highlighting to show which parts of the text are most AI-like, Support file uploads for .txt and .pdf documents, Deploy the application online for broader accessibility and Expand the evaluation dataset to 500+ essays for more statistically significant results</a:t>
            </a:r>
            <a:endParaRPr>
              <a:solidFill>
                <a:srgbClr val="D8D8D8"/>
              </a:solidFill>
              <a:latin typeface="Times New Roman"/>
              <a:ea typeface="Times New Roman"/>
              <a:cs typeface="Times New Roman"/>
              <a:sym typeface="Times New Roman"/>
            </a:endParaRPr>
          </a:p>
          <a:p>
            <a:pPr indent="-228600" lvl="0" marL="228600" rtl="0" algn="l">
              <a:lnSpc>
                <a:spcPct val="110000"/>
              </a:lnSpc>
              <a:spcBef>
                <a:spcPts val="1800"/>
              </a:spcBef>
              <a:spcAft>
                <a:spcPts val="0"/>
              </a:spcAft>
              <a:buClr>
                <a:schemeClr val="lt1"/>
              </a:buClr>
              <a:buSzPct val="100000"/>
              <a:buChar char="•"/>
            </a:pPr>
            <a:br>
              <a:rPr lang="en-US"/>
            </a:br>
            <a:br>
              <a:rPr lang="en-US"/>
            </a:br>
            <a:endParaRPr>
              <a:solidFill>
                <a:srgbClr val="D8D8D8"/>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89" name="Shape 389"/>
        <p:cNvGrpSpPr/>
        <p:nvPr/>
      </p:nvGrpSpPr>
      <p:grpSpPr>
        <a:xfrm>
          <a:off x="0" y="0"/>
          <a:ext cx="0" cy="0"/>
          <a:chOff x="0" y="0"/>
          <a:chExt cx="0" cy="0"/>
        </a:xfrm>
      </p:grpSpPr>
      <p:grpSp>
        <p:nvGrpSpPr>
          <p:cNvPr id="390" name="Google Shape;390;p8"/>
          <p:cNvGrpSpPr/>
          <p:nvPr/>
        </p:nvGrpSpPr>
        <p:grpSpPr>
          <a:xfrm>
            <a:off x="363888" y="5322560"/>
            <a:ext cx="1030305" cy="1030305"/>
            <a:chOff x="10240859" y="1436639"/>
            <a:chExt cx="1030305" cy="1030305"/>
          </a:xfrm>
        </p:grpSpPr>
        <p:sp>
          <p:nvSpPr>
            <p:cNvPr id="391" name="Google Shape;391;p8"/>
            <p:cNvSpPr/>
            <p:nvPr/>
          </p:nvSpPr>
          <p:spPr>
            <a:xfrm rot="-8100000">
              <a:off x="10268976" y="1743588"/>
              <a:ext cx="926985" cy="46349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2" name="Google Shape;392;p8"/>
            <p:cNvSpPr/>
            <p:nvPr/>
          </p:nvSpPr>
          <p:spPr>
            <a:xfrm rot="-2700000">
              <a:off x="11115555" y="1939340"/>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3" name="Google Shape;393;p8"/>
            <p:cNvSpPr/>
            <p:nvPr/>
          </p:nvSpPr>
          <p:spPr>
            <a:xfrm rot="-2700000">
              <a:off x="10625042" y="1448827"/>
              <a:ext cx="53549" cy="233295"/>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4" name="Google Shape;394;p8"/>
            <p:cNvSpPr/>
            <p:nvPr/>
          </p:nvSpPr>
          <p:spPr>
            <a:xfrm rot="-8100000">
              <a:off x="10292519" y="1686748"/>
              <a:ext cx="926985" cy="530086"/>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2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395" name="Google Shape;395;p8"/>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396" name="Google Shape;396;p8"/>
          <p:cNvSpPr txBox="1"/>
          <p:nvPr>
            <p:ph type="title"/>
          </p:nvPr>
        </p:nvSpPr>
        <p:spPr>
          <a:xfrm>
            <a:off x="550863" y="235116"/>
            <a:ext cx="3672471" cy="1155645"/>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4400"/>
              <a:buFont typeface="Play"/>
              <a:buNone/>
            </a:pPr>
            <a:r>
              <a:rPr b="1" lang="en-US" sz="4400">
                <a:solidFill>
                  <a:schemeClr val="lt1"/>
                </a:solidFill>
                <a:latin typeface="Play"/>
                <a:ea typeface="Play"/>
                <a:cs typeface="Play"/>
                <a:sym typeface="Play"/>
              </a:rPr>
              <a:t>Conclusion</a:t>
            </a:r>
            <a:endParaRPr/>
          </a:p>
        </p:txBody>
      </p:sp>
      <p:sp>
        <p:nvSpPr>
          <p:cNvPr id="397" name="Google Shape;397;p8"/>
          <p:cNvSpPr txBox="1"/>
          <p:nvPr>
            <p:ph idx="1" type="body"/>
          </p:nvPr>
        </p:nvSpPr>
        <p:spPr>
          <a:xfrm>
            <a:off x="377073" y="2036716"/>
            <a:ext cx="4026735" cy="3414425"/>
          </a:xfrm>
          <a:prstGeom prst="rect">
            <a:avLst/>
          </a:prstGeom>
          <a:noFill/>
          <a:ln>
            <a:noFill/>
          </a:ln>
        </p:spPr>
        <p:txBody>
          <a:bodyPr anchorCtr="0" anchor="t" bIns="0" lIns="0" spcFirstLastPara="1" rIns="0" wrap="square" tIns="0">
            <a:normAutofit/>
          </a:bodyPr>
          <a:lstStyle/>
          <a:p>
            <a:pPr indent="0" lvl="0" marL="0" rtl="0" algn="l">
              <a:lnSpc>
                <a:spcPct val="100000"/>
              </a:lnSpc>
              <a:spcBef>
                <a:spcPts val="0"/>
              </a:spcBef>
              <a:spcAft>
                <a:spcPts val="0"/>
              </a:spcAft>
              <a:buClr>
                <a:srgbClr val="D8D8D8"/>
              </a:buClr>
              <a:buSzPts val="1200"/>
              <a:buNone/>
            </a:pPr>
            <a:r>
              <a:rPr lang="en-US" sz="1200">
                <a:solidFill>
                  <a:srgbClr val="D8D8D8"/>
                </a:solidFill>
                <a:latin typeface="Times New Roman"/>
                <a:ea typeface="Times New Roman"/>
                <a:cs typeface="Times New Roman"/>
                <a:sym typeface="Times New Roman"/>
              </a:rPr>
              <a:t>For this project we successfully developed a web application that combines AI text detection and humanization into a single interactive tool. The detection module was able to reach 90% accuracy when run on an unlabeled dataset from the real world. The humanization module, based on the Groq LLaMA 3.3 70B model, was capable of rewriting texts in a more natural way with the number of modified words ranging between 65-75% per test sample.</a:t>
            </a:r>
            <a:endParaRPr/>
          </a:p>
          <a:p>
            <a:pPr indent="0" lvl="0" marL="0" rtl="0" algn="l">
              <a:lnSpc>
                <a:spcPct val="100000"/>
              </a:lnSpc>
              <a:spcBef>
                <a:spcPts val="1800"/>
              </a:spcBef>
              <a:spcAft>
                <a:spcPts val="0"/>
              </a:spcAft>
              <a:buClr>
                <a:srgbClr val="D8D8D8"/>
              </a:buClr>
              <a:buSzPts val="1200"/>
              <a:buNone/>
            </a:pPr>
            <a:r>
              <a:rPr lang="en-US" sz="1200">
                <a:solidFill>
                  <a:srgbClr val="D8D8D8"/>
                </a:solidFill>
                <a:latin typeface="Times New Roman"/>
                <a:ea typeface="Times New Roman"/>
                <a:cs typeface="Times New Roman"/>
                <a:sym typeface="Times New Roman"/>
              </a:rPr>
              <a:t>Limitation: The primary drawback is that the Sapling detector always detected AI-generated text as such, which indicates that existing humanization methods are inadequate for fooling advanced detectors. Another limitation is that there are rate restrictions when using Sapling’s free version.</a:t>
            </a:r>
            <a:endParaRPr/>
          </a:p>
        </p:txBody>
      </p:sp>
      <p:pic>
        <p:nvPicPr>
          <p:cNvPr descr="A close-up of a network" id="398" name="Google Shape;398;p8"/>
          <p:cNvPicPr preferRelativeResize="0"/>
          <p:nvPr>
            <p:ph idx="2" type="pic"/>
          </p:nvPr>
        </p:nvPicPr>
        <p:blipFill rotWithShape="1">
          <a:blip r:embed="rId3">
            <a:alphaModFix/>
          </a:blip>
          <a:srcRect b="12266" l="0" r="-2" t="0"/>
          <a:stretch/>
        </p:blipFill>
        <p:spPr>
          <a:xfrm>
            <a:off x="4550899" y="10"/>
            <a:ext cx="7641102" cy="6857990"/>
          </a:xfrm>
          <a:prstGeom prst="rect">
            <a:avLst/>
          </a:prstGeom>
          <a:noFill/>
          <a:ln>
            <a:noFill/>
          </a:ln>
        </p:spPr>
      </p:pic>
      <p:sp>
        <p:nvSpPr>
          <p:cNvPr id="399" name="Google Shape;399;p8"/>
          <p:cNvSpPr/>
          <p:nvPr/>
        </p:nvSpPr>
        <p:spPr>
          <a:xfrm>
            <a:off x="4550898" y="5773729"/>
            <a:ext cx="7641102" cy="1084271"/>
          </a:xfrm>
          <a:prstGeom prst="rect">
            <a:avLst/>
          </a:prstGeom>
          <a:gradFill>
            <a:gsLst>
              <a:gs pos="0">
                <a:srgbClr val="1B192E">
                  <a:alpha val="0"/>
                </a:srgbClr>
              </a:gs>
              <a:gs pos="40000">
                <a:srgbClr val="1B192E">
                  <a:alpha val="0"/>
                </a:srgbClr>
              </a:gs>
              <a:gs pos="100000">
                <a:srgbClr val="1B192E">
                  <a:alpha val="6000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403" name="Shape 403"/>
        <p:cNvGrpSpPr/>
        <p:nvPr/>
      </p:nvGrpSpPr>
      <p:grpSpPr>
        <a:xfrm>
          <a:off x="0" y="0"/>
          <a:ext cx="0" cy="0"/>
          <a:chOff x="0" y="0"/>
          <a:chExt cx="0" cy="0"/>
        </a:xfrm>
      </p:grpSpPr>
      <p:sp>
        <p:nvSpPr>
          <p:cNvPr id="404" name="Google Shape;404;p9"/>
          <p:cNvSpPr/>
          <p:nvPr/>
        </p:nvSpPr>
        <p:spPr>
          <a:xfrm rot="2700000">
            <a:off x="612445" y="481888"/>
            <a:ext cx="1080000" cy="1262947"/>
          </a:xfrm>
          <a:custGeom>
            <a:rect b="b" l="l" r="r" t="t"/>
            <a:pathLst>
              <a:path extrusionOk="0" h="1262947" w="1080000">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0">
                <a:srgbClr val="2B274A"/>
              </a:gs>
              <a:gs pos="30000">
                <a:srgbClr val="2B274A"/>
              </a:gs>
              <a:gs pos="40000">
                <a:srgbClr val="453E75"/>
              </a:gs>
              <a:gs pos="60000">
                <a:srgbClr val="2B274A"/>
              </a:gs>
              <a:gs pos="100000">
                <a:schemeClr val="dk2"/>
              </a:gs>
            </a:gsLst>
            <a:lin ang="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05" name="Google Shape;405;p9"/>
          <p:cNvSpPr/>
          <p:nvPr/>
        </p:nvSpPr>
        <p:spPr>
          <a:xfrm rot="8100000">
            <a:off x="626845" y="828962"/>
            <a:ext cx="540000" cy="1080000"/>
          </a:xfrm>
          <a:prstGeom prst="ellipse">
            <a:avLst/>
          </a:prstGeom>
          <a:gradFill>
            <a:gsLst>
              <a:gs pos="0">
                <a:srgbClr val="221F3B"/>
              </a:gs>
              <a:gs pos="50000">
                <a:srgbClr val="221F3B"/>
              </a:gs>
              <a:gs pos="100000">
                <a:srgbClr val="2B274A"/>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06" name="Google Shape;406;p9"/>
          <p:cNvSpPr/>
          <p:nvPr/>
        </p:nvSpPr>
        <p:spPr>
          <a:xfrm>
            <a:off x="1800802" y="2472855"/>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407" name="Google Shape;407;p9"/>
          <p:cNvGrpSpPr/>
          <p:nvPr/>
        </p:nvGrpSpPr>
        <p:grpSpPr>
          <a:xfrm>
            <a:off x="1292493" y="4299807"/>
            <a:ext cx="2083885" cy="2083885"/>
            <a:chOff x="4842143" y="3556857"/>
            <a:chExt cx="2083885" cy="2083885"/>
          </a:xfrm>
        </p:grpSpPr>
        <p:sp>
          <p:nvSpPr>
            <p:cNvPr id="408" name="Google Shape;408;p9"/>
            <p:cNvSpPr/>
            <p:nvPr/>
          </p:nvSpPr>
          <p:spPr>
            <a:xfrm flipH="1" rot="8100000">
              <a:off x="5005634" y="4191206"/>
              <a:ext cx="1853969" cy="926985"/>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09" name="Google Shape;409;p9"/>
            <p:cNvSpPr/>
            <p:nvPr/>
          </p:nvSpPr>
          <p:spPr>
            <a:xfrm flipH="1" rot="8100000">
              <a:off x="4957101" y="4052255"/>
              <a:ext cx="1853969" cy="1093090"/>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0" name="Google Shape;410;p9"/>
            <p:cNvSpPr/>
            <p:nvPr/>
          </p:nvSpPr>
          <p:spPr>
            <a:xfrm flipH="1" rot="2700000">
              <a:off x="6040374" y="3601683"/>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1" name="Google Shape;411;p9"/>
            <p:cNvSpPr/>
            <p:nvPr/>
          </p:nvSpPr>
          <p:spPr>
            <a:xfrm flipH="1" rot="2700000">
              <a:off x="5059348" y="4582709"/>
              <a:ext cx="107098" cy="466589"/>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412" name="Google Shape;412;p9"/>
          <p:cNvSpPr/>
          <p:nvPr/>
        </p:nvSpPr>
        <p:spPr>
          <a:xfrm>
            <a:off x="0" y="0"/>
            <a:ext cx="12192000"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3" name="Google Shape;413;p9"/>
          <p:cNvSpPr txBox="1"/>
          <p:nvPr>
            <p:ph type="title"/>
          </p:nvPr>
        </p:nvSpPr>
        <p:spPr>
          <a:xfrm>
            <a:off x="5267325" y="549275"/>
            <a:ext cx="6373812" cy="3777421"/>
          </a:xfrm>
          <a:prstGeom prst="rect">
            <a:avLst/>
          </a:prstGeom>
          <a:noFill/>
          <a:ln>
            <a:noFill/>
          </a:ln>
        </p:spPr>
        <p:txBody>
          <a:bodyPr anchorCtr="0" anchor="b" bIns="0" lIns="0" spcFirstLastPara="1" rIns="0" wrap="square" tIns="0">
            <a:normAutofit/>
          </a:bodyPr>
          <a:lstStyle/>
          <a:p>
            <a:pPr indent="0" lvl="0" marL="0" rtl="0" algn="l">
              <a:lnSpc>
                <a:spcPct val="100000"/>
              </a:lnSpc>
              <a:spcBef>
                <a:spcPts val="0"/>
              </a:spcBef>
              <a:spcAft>
                <a:spcPts val="0"/>
              </a:spcAft>
              <a:buClr>
                <a:schemeClr val="lt1"/>
              </a:buClr>
              <a:buSzPts val="8000"/>
              <a:buFont typeface="Play"/>
              <a:buNone/>
            </a:pPr>
            <a:r>
              <a:rPr b="1" lang="en-US" sz="8000"/>
              <a:t>Thank you!</a:t>
            </a:r>
            <a:endParaRPr/>
          </a:p>
        </p:txBody>
      </p:sp>
      <p:grpSp>
        <p:nvGrpSpPr>
          <p:cNvPr id="414" name="Google Shape;414;p9"/>
          <p:cNvGrpSpPr/>
          <p:nvPr/>
        </p:nvGrpSpPr>
        <p:grpSpPr>
          <a:xfrm>
            <a:off x="488569" y="595067"/>
            <a:ext cx="1795754" cy="1868165"/>
            <a:chOff x="5008644" y="2170786"/>
            <a:chExt cx="1795754" cy="1868165"/>
          </a:xfrm>
        </p:grpSpPr>
        <p:sp>
          <p:nvSpPr>
            <p:cNvPr id="415" name="Google Shape;415;p9"/>
            <p:cNvSpPr/>
            <p:nvPr/>
          </p:nvSpPr>
          <p:spPr>
            <a:xfrm rot="1800000">
              <a:off x="5463135" y="2432482"/>
              <a:ext cx="1242172" cy="729202"/>
            </a:xfrm>
            <a:custGeom>
              <a:rect b="b" l="l" r="r" t="t"/>
              <a:pathLst>
                <a:path extrusionOk="0" h="317" w="540">
                  <a:moveTo>
                    <a:pt x="266" y="0"/>
                  </a:moveTo>
                  <a:lnTo>
                    <a:pt x="0" y="158"/>
                  </a:lnTo>
                  <a:lnTo>
                    <a:pt x="266" y="317"/>
                  </a:lnTo>
                  <a:lnTo>
                    <a:pt x="540" y="158"/>
                  </a:lnTo>
                  <a:lnTo>
                    <a:pt x="266" y="0"/>
                  </a:lnTo>
                  <a:close/>
                </a:path>
              </a:pathLst>
            </a:custGeom>
            <a:gradFill>
              <a:gsLst>
                <a:gs pos="0">
                  <a:srgbClr val="2B274A">
                    <a:alpha val="20000"/>
                  </a:srgbClr>
                </a:gs>
                <a:gs pos="20000">
                  <a:srgbClr val="2B274A">
                    <a:alpha val="20000"/>
                  </a:srgbClr>
                </a:gs>
                <a:gs pos="100000">
                  <a:srgbClr val="59EFC0">
                    <a:alpha val="40000"/>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6" name="Google Shape;416;p9"/>
            <p:cNvSpPr/>
            <p:nvPr/>
          </p:nvSpPr>
          <p:spPr>
            <a:xfrm rot="1800000">
              <a:off x="5236793" y="2566400"/>
              <a:ext cx="611884" cy="1076550"/>
            </a:xfrm>
            <a:custGeom>
              <a:rect b="b" l="l" r="r" t="t"/>
              <a:pathLst>
                <a:path extrusionOk="0" h="468" w="266">
                  <a:moveTo>
                    <a:pt x="266" y="468"/>
                  </a:moveTo>
                  <a:lnTo>
                    <a:pt x="0" y="310"/>
                  </a:lnTo>
                  <a:lnTo>
                    <a:pt x="0" y="310"/>
                  </a:lnTo>
                  <a:lnTo>
                    <a:pt x="0" y="0"/>
                  </a:lnTo>
                  <a:lnTo>
                    <a:pt x="0" y="0"/>
                  </a:lnTo>
                  <a:lnTo>
                    <a:pt x="266" y="159"/>
                  </a:lnTo>
                  <a:lnTo>
                    <a:pt x="266" y="468"/>
                  </a:lnTo>
                  <a:close/>
                </a:path>
              </a:pathLst>
            </a:custGeom>
            <a:gradFill>
              <a:gsLst>
                <a:gs pos="0">
                  <a:srgbClr val="2B274A">
                    <a:alpha val="20000"/>
                  </a:srgbClr>
                </a:gs>
                <a:gs pos="20000">
                  <a:srgbClr val="2B274A">
                    <a:alpha val="20000"/>
                  </a:srgbClr>
                </a:gs>
                <a:gs pos="100000">
                  <a:srgbClr val="59EFC0">
                    <a:alpha val="40000"/>
                  </a:srgbClr>
                </a:gs>
              </a:gsLst>
              <a:lin ang="19799999"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17" name="Google Shape;417;p9"/>
            <p:cNvSpPr/>
            <p:nvPr/>
          </p:nvSpPr>
          <p:spPr>
            <a:xfrm rot="1800000">
              <a:off x="5765469" y="2876944"/>
              <a:ext cx="630288" cy="1076550"/>
            </a:xfrm>
            <a:custGeom>
              <a:rect b="b" l="l" r="r" t="t"/>
              <a:pathLst>
                <a:path extrusionOk="0" h="468" w="274">
                  <a:moveTo>
                    <a:pt x="274" y="0"/>
                  </a:moveTo>
                  <a:lnTo>
                    <a:pt x="274" y="310"/>
                  </a:lnTo>
                  <a:lnTo>
                    <a:pt x="274" y="310"/>
                  </a:lnTo>
                  <a:lnTo>
                    <a:pt x="0" y="468"/>
                  </a:lnTo>
                  <a:lnTo>
                    <a:pt x="0" y="159"/>
                  </a:lnTo>
                  <a:lnTo>
                    <a:pt x="274" y="0"/>
                  </a:lnTo>
                  <a:lnTo>
                    <a:pt x="274" y="0"/>
                  </a:lnTo>
                  <a:close/>
                </a:path>
              </a:pathLst>
            </a:custGeom>
            <a:gradFill>
              <a:gsLst>
                <a:gs pos="0">
                  <a:srgbClr val="2B274A">
                    <a:alpha val="20000"/>
                  </a:srgbClr>
                </a:gs>
                <a:gs pos="20000">
                  <a:srgbClr val="2B274A">
                    <a:alpha val="20000"/>
                  </a:srgbClr>
                </a:gs>
                <a:gs pos="100000">
                  <a:srgbClr val="90F4D4">
                    <a:alpha val="60000"/>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
        <p:nvSpPr>
          <p:cNvPr id="418" name="Google Shape;418;p9"/>
          <p:cNvSpPr/>
          <p:nvPr/>
        </p:nvSpPr>
        <p:spPr>
          <a:xfrm>
            <a:off x="3245746" y="1659500"/>
            <a:ext cx="360000" cy="360000"/>
          </a:xfrm>
          <a:prstGeom prst="ellipse">
            <a:avLst/>
          </a:prstGeom>
          <a:gradFill>
            <a:gsLst>
              <a:gs pos="0">
                <a:schemeClr val="dk2"/>
              </a:gs>
              <a:gs pos="60000">
                <a:schemeClr val="dk2"/>
              </a:gs>
              <a:gs pos="100000">
                <a:srgbClr val="746EB3"/>
              </a:gs>
            </a:gsLst>
            <a:path path="circle">
              <a:fillToRect b="100%" l="100%" r="0%" t="0%"/>
            </a:path>
            <a:tileRect b="0%" l="0%" r="-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nvGrpSpPr>
          <p:cNvPr id="419" name="Google Shape;419;p9"/>
          <p:cNvGrpSpPr/>
          <p:nvPr/>
        </p:nvGrpSpPr>
        <p:grpSpPr>
          <a:xfrm>
            <a:off x="860252" y="2574522"/>
            <a:ext cx="4162386" cy="4175668"/>
            <a:chOff x="3343366" y="8186461"/>
            <a:chExt cx="4162386" cy="4175668"/>
          </a:xfrm>
        </p:grpSpPr>
        <p:sp>
          <p:nvSpPr>
            <p:cNvPr id="420" name="Google Shape;420;p9"/>
            <p:cNvSpPr/>
            <p:nvPr/>
          </p:nvSpPr>
          <p:spPr>
            <a:xfrm flipH="1" rot="8100000">
              <a:off x="3685353" y="9468714"/>
              <a:ext cx="3707937" cy="1853969"/>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gradFill>
              <a:gsLst>
                <a:gs pos="0">
                  <a:srgbClr val="2B274A"/>
                </a:gs>
                <a:gs pos="31000">
                  <a:srgbClr val="2B274A"/>
                </a:gs>
                <a:gs pos="97000">
                  <a:schemeClr val="dk2"/>
                </a:gs>
                <a:gs pos="100000">
                  <a:schemeClr val="dk2"/>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1" name="Google Shape;421;p9"/>
            <p:cNvSpPr/>
            <p:nvPr/>
          </p:nvSpPr>
          <p:spPr>
            <a:xfrm flipH="1" rot="8100000">
              <a:off x="3565739" y="9180381"/>
              <a:ext cx="3707937" cy="2164843"/>
            </a:xfrm>
            <a:custGeom>
              <a:rect b="b" l="l" r="r" t="t"/>
              <a:pathLst>
                <a:path extrusionOk="0" h="1329373" w="2658746">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rgbClr val="746EB3">
                <a:alpha val="4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2" name="Google Shape;422;p9"/>
            <p:cNvSpPr/>
            <p:nvPr/>
          </p:nvSpPr>
          <p:spPr>
            <a:xfrm flipH="1" rot="2700000">
              <a:off x="3792781" y="10251719"/>
              <a:ext cx="214196" cy="933178"/>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sp>
          <p:nvSpPr>
            <p:cNvPr id="423" name="Google Shape;423;p9"/>
            <p:cNvSpPr/>
            <p:nvPr/>
          </p:nvSpPr>
          <p:spPr>
            <a:xfrm flipH="1" rot="2700000">
              <a:off x="5754832" y="8289668"/>
              <a:ext cx="214196" cy="933178"/>
            </a:xfrm>
            <a:prstGeom prst="ellipse">
              <a:avLst/>
            </a:prstGeom>
            <a:solidFill>
              <a:srgbClr val="2B274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Gill Sans"/>
                <a:ea typeface="Gill Sans"/>
                <a:cs typeface="Gill Sans"/>
                <a:sym typeface="Gill Sa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DFloatVTI">
  <a:themeElements>
    <a:clrScheme name="Float">
      <a:dk1>
        <a:srgbClr val="000000"/>
      </a:dk1>
      <a:lt1>
        <a:srgbClr val="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2026-04-08T16:46:00Z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